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4"/>
    <p:sldMasterId id="2147483648" r:id="rId5"/>
  </p:sldMasterIdLst>
  <p:notesMasterIdLst>
    <p:notesMasterId r:id="rId14"/>
  </p:notesMasterIdLst>
  <p:handoutMasterIdLst>
    <p:handoutMasterId r:id="rId15"/>
  </p:handoutMasterIdLst>
  <p:sldIdLst>
    <p:sldId id="271" r:id="rId6"/>
    <p:sldId id="299" r:id="rId7"/>
    <p:sldId id="280" r:id="rId8"/>
    <p:sldId id="281" r:id="rId9"/>
    <p:sldId id="298" r:id="rId10"/>
    <p:sldId id="291" r:id="rId11"/>
    <p:sldId id="301" r:id="rId12"/>
    <p:sldId id="295" r:id="rId13"/>
  </p:sldIdLst>
  <p:sldSz cx="9144000" cy="5143500" type="screen16x9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39">
          <p15:clr>
            <a:srgbClr val="A4A3A4"/>
          </p15:clr>
        </p15:guide>
        <p15:guide id="2" pos="2888">
          <p15:clr>
            <a:srgbClr val="A4A3A4"/>
          </p15:clr>
        </p15:guide>
        <p15:guide id="3" orient="horz" pos="1614">
          <p15:clr>
            <a:srgbClr val="A4A3A4"/>
          </p15:clr>
        </p15:guide>
        <p15:guide id="4" pos="49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6F6"/>
    <a:srgbClr val="F5A5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58"/>
  </p:normalViewPr>
  <p:slideViewPr>
    <p:cSldViewPr snapToGrid="0">
      <p:cViewPr varScale="1">
        <p:scale>
          <a:sx n="103" d="100"/>
          <a:sy n="103" d="100"/>
        </p:scale>
        <p:origin x="902" y="77"/>
      </p:cViewPr>
      <p:guideLst>
        <p:guide orient="horz" pos="1639"/>
        <p:guide pos="2888"/>
        <p:guide orient="horz" pos="1614"/>
        <p:guide pos="49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14BC5D-A909-794A-9D1F-04242A5D216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D2D39D-108B-8343-B595-3F5E89FF8C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D2DCAA-103F-354E-8DC4-514509B8F015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56A3F5-E40A-BE4C-A81C-F39E5E70F49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470B75-D9A9-6C4D-B558-BA6354982D9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488359-39DF-1646-878F-232245F3C40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0326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ACE6DF-1F8C-48E2-97D8-9D70EE3013DE}" type="datetimeFigureOut">
              <a:rPr lang="nl-BE" smtClean="0"/>
              <a:t>17/09/2026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9273F1-29F7-471A-90C2-79E35467A791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49955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77021" y="3816635"/>
            <a:ext cx="1464251" cy="82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091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 wi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>
            <a:extLst>
              <a:ext uri="{FF2B5EF4-FFF2-40B4-BE49-F238E27FC236}">
                <a16:creationId xmlns:a16="http://schemas.microsoft.com/office/drawing/2014/main" id="{C16F9FEF-617E-F008-5BE2-44300BA34D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957" y="4598991"/>
            <a:ext cx="717082" cy="40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682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Autofit/>
          </a:bodyPr>
          <a:lstStyle>
            <a:lvl1pPr algn="l">
              <a:defRPr sz="4200" b="0" i="0" baseline="0">
                <a:solidFill>
                  <a:srgbClr val="FFFFFF"/>
                </a:solidFill>
                <a:latin typeface="Montserrat ExtraBold" pitchFamily="2" charset="77"/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914650"/>
            <a:ext cx="7772400" cy="758328"/>
          </a:xfrm>
        </p:spPr>
        <p:txBody>
          <a:bodyPr>
            <a:normAutofit/>
          </a:bodyPr>
          <a:lstStyle>
            <a:lvl1pPr marL="0" indent="0" algn="l">
              <a:buNone/>
              <a:defRPr lang="nl-BE" sz="3200" b="0" i="0" kern="1200" baseline="0" dirty="0">
                <a:solidFill>
                  <a:srgbClr val="FFFFFF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 om de ondertitelstijl van het model te bewerken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6404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 wi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Autofit/>
          </a:bodyPr>
          <a:lstStyle>
            <a:lvl1pPr algn="l">
              <a:defRPr lang="nl-BE" sz="4200" b="0" i="0" kern="1200" baseline="0" dirty="0">
                <a:solidFill>
                  <a:schemeClr val="tx1"/>
                </a:solidFill>
                <a:latin typeface="Montserrat ExtraBold" pitchFamily="2" charset="77"/>
                <a:ea typeface="+mj-ea"/>
                <a:cs typeface="+mj-cs"/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926443"/>
            <a:ext cx="7772400" cy="758328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 om de ondertitelstijl van het model te bewerken</a:t>
            </a:r>
            <a:endParaRPr lang="nl-BE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0E4AFD0D-E60D-10B0-9480-06F0C8AA18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1852" y="4646056"/>
            <a:ext cx="717082" cy="40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787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blok naast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6438" y="741759"/>
            <a:ext cx="3856038" cy="1172312"/>
          </a:xfrm>
        </p:spPr>
        <p:txBody>
          <a:bodyPr anchor="t" anchorCtr="0">
            <a:noAutofit/>
          </a:bodyPr>
          <a:lstStyle>
            <a:lvl1pPr algn="l">
              <a:defRPr sz="3200" b="0">
                <a:solidFill>
                  <a:schemeClr val="bg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41837" y="2160389"/>
            <a:ext cx="4217429" cy="1893451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 om de ondertitelstijl van het model te bewerken</a:t>
            </a:r>
            <a:endParaRPr lang="nl-BE"/>
          </a:p>
        </p:txBody>
      </p:sp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1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706438" y="2160389"/>
            <a:ext cx="2824162" cy="1876621"/>
          </a:xfr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300">
                <a:solidFill>
                  <a:srgbClr val="FFFFFE"/>
                </a:solidFill>
              </a:defRPr>
            </a:lvl1pPr>
            <a:lvl2pPr marL="457200" indent="0">
              <a:buNone/>
              <a:defRPr>
                <a:solidFill>
                  <a:srgbClr val="FFFFFE"/>
                </a:solidFill>
              </a:defRPr>
            </a:lvl2pPr>
            <a:lvl3pPr marL="914400" indent="0">
              <a:buNone/>
              <a:defRPr>
                <a:solidFill>
                  <a:srgbClr val="FFFFFE"/>
                </a:solidFill>
              </a:defRPr>
            </a:lvl3pPr>
            <a:lvl4pPr marL="1371600" indent="0">
              <a:buNone/>
              <a:defRPr>
                <a:solidFill>
                  <a:srgbClr val="FFFFFE"/>
                </a:solidFill>
              </a:defRPr>
            </a:lvl4pPr>
            <a:lvl5pPr marL="1828800" indent="0">
              <a:buNone/>
              <a:defRPr>
                <a:solidFill>
                  <a:srgbClr val="FFFFFE"/>
                </a:solidFill>
              </a:defRPr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nl-BE">
                <a:solidFill>
                  <a:schemeClr val="bg2"/>
                </a:solidFill>
              </a:rPr>
              <a:t>Click to edit Master title style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06438" y="291193"/>
            <a:ext cx="3856037" cy="344488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453889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blok naast wi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696278" y="741759"/>
            <a:ext cx="3856038" cy="1163241"/>
          </a:xfrm>
        </p:spPr>
        <p:txBody>
          <a:bodyPr anchor="t" anchorCtr="0">
            <a:noAutofit/>
          </a:bodyPr>
          <a:lstStyle>
            <a:lvl1pPr algn="l">
              <a:defRPr sz="3200" b="1" i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4541837" y="2160389"/>
            <a:ext cx="4217429" cy="1893451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 om de ondertitelstijl van het model te bewerken</a:t>
            </a:r>
            <a:endParaRPr lang="nl-BE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696278" y="2170143"/>
            <a:ext cx="3119438" cy="1883697"/>
          </a:xfrm>
        </p:spPr>
        <p:txBody>
          <a:bodyPr>
            <a:normAutofit/>
          </a:bodyPr>
          <a:lstStyle>
            <a:lvl1pPr marL="0" indent="0">
              <a:buNone/>
              <a:defRPr lang="nl-BE" sz="2300" b="1" i="0" kern="1200" smtClean="0">
                <a:solidFill>
                  <a:schemeClr val="tx1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96278" y="291193"/>
            <a:ext cx="3856037" cy="344488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2565341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blok naast oranj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5337" y="741759"/>
            <a:ext cx="3856038" cy="1163241"/>
          </a:xfrm>
        </p:spPr>
        <p:txBody>
          <a:bodyPr anchor="t" anchorCtr="0">
            <a:noAutofit/>
          </a:bodyPr>
          <a:lstStyle>
            <a:lvl1pPr algn="l">
              <a:defRPr sz="3200" b="1" i="0">
                <a:solidFill>
                  <a:srgbClr val="FFFFFE"/>
                </a:solidFill>
                <a:latin typeface="Montserrat" panose="00000500000000000000" pitchFamily="2" charset="0"/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41837" y="2160389"/>
            <a:ext cx="4217429" cy="1893451"/>
          </a:xfrm>
        </p:spPr>
        <p:txBody>
          <a:bodyPr>
            <a:normAutofit/>
          </a:bodyPr>
          <a:lstStyle>
            <a:lvl1pPr marL="0" indent="0" algn="l">
              <a:buNone/>
              <a:defRPr sz="1200" b="1" i="0">
                <a:solidFill>
                  <a:srgbClr val="FFFFFE"/>
                </a:solidFill>
                <a:latin typeface="Montserrat" panose="00000500000000000000" pitchFamily="2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 om de ondertitelstijl van het model te bewerken</a:t>
            </a:r>
            <a:endParaRPr lang="nl-BE"/>
          </a:p>
        </p:txBody>
      </p:sp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795337" y="2170143"/>
            <a:ext cx="3119438" cy="1883697"/>
          </a:xfrm>
        </p:spPr>
        <p:txBody>
          <a:bodyPr>
            <a:normAutofit/>
          </a:bodyPr>
          <a:lstStyle>
            <a:lvl1pPr marL="0" indent="0">
              <a:buNone/>
              <a:defRPr lang="nl-BE" sz="2300" b="0" i="0" kern="1200" smtClean="0">
                <a:solidFill>
                  <a:srgbClr val="FFFFFE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95338" y="291193"/>
            <a:ext cx="3856037" cy="344488"/>
          </a:xfrm>
        </p:spPr>
        <p:txBody>
          <a:bodyPr>
            <a:normAutofit/>
          </a:bodyPr>
          <a:lstStyle>
            <a:lvl1pPr marL="0" indent="0">
              <a:buNone/>
              <a:defRPr sz="1000" b="1" i="0">
                <a:solidFill>
                  <a:srgbClr val="FFFFFE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558743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beeld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4541839" y="741759"/>
            <a:ext cx="4134617" cy="3324343"/>
          </a:xfr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795338" y="741759"/>
            <a:ext cx="3856038" cy="1163241"/>
          </a:xfrm>
        </p:spPr>
        <p:txBody>
          <a:bodyPr anchor="t" anchorCtr="0">
            <a:noAutofit/>
          </a:bodyPr>
          <a:lstStyle>
            <a:lvl1pPr algn="l">
              <a:defRPr sz="3200" b="1" i="0">
                <a:solidFill>
                  <a:srgbClr val="FFFFFE"/>
                </a:solidFill>
                <a:latin typeface="Montserrat" panose="00000500000000000000" pitchFamily="2" charset="0"/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95338" y="2170143"/>
            <a:ext cx="3119438" cy="1883697"/>
          </a:xfrm>
        </p:spPr>
        <p:txBody>
          <a:bodyPr>
            <a:normAutofit/>
          </a:bodyPr>
          <a:lstStyle>
            <a:lvl1pPr marL="0" indent="0">
              <a:buNone/>
              <a:defRPr lang="nl-BE" sz="2300" b="0" i="0" kern="1200" smtClean="0">
                <a:solidFill>
                  <a:srgbClr val="FFFFFE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795338" y="284559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000" b="1" i="0">
                <a:solidFill>
                  <a:srgbClr val="FFFFFE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4234440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beeld wi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5338" y="741759"/>
            <a:ext cx="3856038" cy="1149368"/>
          </a:xfrm>
        </p:spPr>
        <p:txBody>
          <a:bodyPr anchor="t" anchorCtr="0">
            <a:noAutofit/>
          </a:bodyPr>
          <a:lstStyle>
            <a:lvl1pPr algn="l">
              <a:defRPr sz="3200" b="1" i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4541839" y="741759"/>
            <a:ext cx="4134617" cy="332434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  <a:endParaRPr lang="nl-B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  <p:sp>
        <p:nvSpPr>
          <p:cNvPr id="9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795338" y="284559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000" b="1" i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95338" y="2178050"/>
            <a:ext cx="3508375" cy="1888052"/>
          </a:xfrm>
        </p:spPr>
        <p:txBody>
          <a:bodyPr>
            <a:normAutofit/>
          </a:bodyPr>
          <a:lstStyle>
            <a:lvl1pPr marL="0" indent="0">
              <a:buNone/>
              <a:defRPr sz="1400" b="1" i="0">
                <a:latin typeface="Montserrat" panose="00000500000000000000" pitchFamily="2" charset="0"/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4015469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beeld oranj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4541839" y="741759"/>
            <a:ext cx="4134617" cy="3324343"/>
          </a:xfrm>
        </p:spPr>
        <p:txBody>
          <a:bodyPr/>
          <a:lstStyle>
            <a:lvl1pPr marL="0" indent="0">
              <a:buNone/>
              <a:defRPr>
                <a:solidFill>
                  <a:srgbClr val="FFFFFE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795338" y="741759"/>
            <a:ext cx="3856038" cy="1163241"/>
          </a:xfrm>
        </p:spPr>
        <p:txBody>
          <a:bodyPr anchor="t" anchorCtr="0">
            <a:noAutofit/>
          </a:bodyPr>
          <a:lstStyle>
            <a:lvl1pPr algn="l">
              <a:defRPr sz="3200" b="1">
                <a:solidFill>
                  <a:srgbClr val="FFFFFE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95338" y="2170143"/>
            <a:ext cx="3119438" cy="1883697"/>
          </a:xfrm>
        </p:spPr>
        <p:txBody>
          <a:bodyPr>
            <a:normAutofit/>
          </a:bodyPr>
          <a:lstStyle>
            <a:lvl1pPr marL="0" indent="0">
              <a:buNone/>
              <a:defRPr lang="nl-BE" sz="1400" b="0" i="0" kern="1200" smtClean="0">
                <a:solidFill>
                  <a:srgbClr val="FFFFFE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16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795338" y="284559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FFFFFE"/>
                </a:solidFill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616232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kst en beeld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2682" y="731678"/>
            <a:ext cx="6334442" cy="613093"/>
          </a:xfrm>
        </p:spPr>
        <p:txBody>
          <a:bodyPr anchor="t" anchorCtr="0">
            <a:noAutofit/>
          </a:bodyPr>
          <a:lstStyle>
            <a:lvl1pPr algn="l">
              <a:defRPr sz="3200" b="1">
                <a:solidFill>
                  <a:schemeClr val="bg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9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592637" y="2616468"/>
            <a:ext cx="2379707" cy="181050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812682" y="2586067"/>
            <a:ext cx="2379707" cy="181050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13" hasCustomPrompt="1"/>
          </p:nvPr>
        </p:nvSpPr>
        <p:spPr>
          <a:xfrm>
            <a:off x="812681" y="1591510"/>
            <a:ext cx="3589791" cy="848239"/>
          </a:xfr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nl-BE" sz="2000" b="1" kern="1200" dirty="0" smtClean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>
                <a:solidFill>
                  <a:srgbClr val="FFFFFE"/>
                </a:solidFill>
              </a:defRPr>
            </a:lvl2pPr>
            <a:lvl3pPr marL="914400" indent="0">
              <a:buNone/>
              <a:defRPr>
                <a:solidFill>
                  <a:srgbClr val="FFFFFE"/>
                </a:solidFill>
              </a:defRPr>
            </a:lvl3pPr>
            <a:lvl4pPr marL="1371600" indent="0">
              <a:buNone/>
              <a:defRPr>
                <a:solidFill>
                  <a:srgbClr val="FFFFFE"/>
                </a:solidFill>
              </a:defRPr>
            </a:lvl4pPr>
            <a:lvl5pPr marL="1828800" indent="0">
              <a:buNone/>
              <a:defRPr>
                <a:solidFill>
                  <a:srgbClr val="FFFFFE"/>
                </a:solidFill>
              </a:defRPr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nl-BE">
                <a:solidFill>
                  <a:schemeClr val="bg2"/>
                </a:solidFill>
              </a:rPr>
              <a:t>Click to edit Master title style</a:t>
            </a:r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4573588" y="1601591"/>
            <a:ext cx="3589791" cy="848239"/>
          </a:xfr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nl-BE" sz="2000" b="1" kern="1200" dirty="0" smtClean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>
                <a:solidFill>
                  <a:srgbClr val="FFFFFE"/>
                </a:solidFill>
              </a:defRPr>
            </a:lvl2pPr>
            <a:lvl3pPr marL="914400" indent="0">
              <a:buNone/>
              <a:defRPr>
                <a:solidFill>
                  <a:srgbClr val="FFFFFE"/>
                </a:solidFill>
              </a:defRPr>
            </a:lvl3pPr>
            <a:lvl4pPr marL="1371600" indent="0">
              <a:buNone/>
              <a:defRPr>
                <a:solidFill>
                  <a:srgbClr val="FFFFFE"/>
                </a:solidFill>
              </a:defRPr>
            </a:lvl4pPr>
            <a:lvl5pPr marL="1828800" indent="0">
              <a:buNone/>
              <a:defRPr>
                <a:solidFill>
                  <a:srgbClr val="FFFFFE"/>
                </a:solidFill>
              </a:defRPr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nl-BE">
                <a:solidFill>
                  <a:schemeClr val="bg2"/>
                </a:solidFill>
              </a:rPr>
              <a:t>Click to edit Master title style</a:t>
            </a:r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795338" y="274478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FFFFFE"/>
                </a:solidFill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26990703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kst en beeld zwar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592637" y="2616468"/>
            <a:ext cx="2379707" cy="1810502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812682" y="2614010"/>
            <a:ext cx="2379707" cy="1810502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812682" y="766594"/>
            <a:ext cx="6334442" cy="613093"/>
          </a:xfrm>
        </p:spPr>
        <p:txBody>
          <a:bodyPr anchor="t" anchorCtr="0">
            <a:noAutofit/>
          </a:bodyPr>
          <a:lstStyle>
            <a:lvl1pPr algn="l">
              <a:defRPr sz="3200" b="0">
                <a:solidFill>
                  <a:srgbClr val="000000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812682" y="1619650"/>
            <a:ext cx="3508375" cy="847725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Montserrat" panose="00000500000000000000" pitchFamily="2" charset="0"/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4592638" y="1601335"/>
            <a:ext cx="3508375" cy="847725"/>
          </a:xfrm>
        </p:spPr>
        <p:txBody>
          <a:bodyPr>
            <a:normAutofit/>
          </a:bodyPr>
          <a:lstStyle>
            <a:lvl1pPr marL="0" indent="0">
              <a:buNone/>
              <a:defRPr sz="2000" b="0"/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  <p:sp>
        <p:nvSpPr>
          <p:cNvPr id="21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795338" y="284559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000" b="1" i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2758813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kst en beeld zw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592637" y="2616468"/>
            <a:ext cx="2379707" cy="1810502"/>
          </a:xfrm>
        </p:spPr>
        <p:txBody>
          <a:bodyPr/>
          <a:lstStyle>
            <a:lvl1pPr>
              <a:defRPr>
                <a:solidFill>
                  <a:srgbClr val="FFFFFE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54623" y="2596148"/>
            <a:ext cx="2379707" cy="181050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454623" y="741759"/>
            <a:ext cx="6334442" cy="613093"/>
          </a:xfrm>
        </p:spPr>
        <p:txBody>
          <a:bodyPr anchor="t" anchorCtr="0">
            <a:noAutofit/>
          </a:bodyPr>
          <a:lstStyle>
            <a:lvl1pPr algn="l">
              <a:defRPr sz="3200" b="1" i="0">
                <a:solidFill>
                  <a:schemeClr val="bg2"/>
                </a:solidFill>
                <a:latin typeface="Montserrat" panose="00000500000000000000" pitchFamily="2" charset="0"/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3" hasCustomPrompt="1"/>
          </p:nvPr>
        </p:nvSpPr>
        <p:spPr>
          <a:xfrm>
            <a:off x="454622" y="1601591"/>
            <a:ext cx="3589791" cy="848239"/>
          </a:xfr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nl-BE" sz="2000" b="0" i="0" kern="1200" dirty="0" smtClean="0">
                <a:solidFill>
                  <a:schemeClr val="bg2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  <a:lvl2pPr marL="457200" indent="0">
              <a:buNone/>
              <a:defRPr>
                <a:solidFill>
                  <a:srgbClr val="FFFFFE"/>
                </a:solidFill>
              </a:defRPr>
            </a:lvl2pPr>
            <a:lvl3pPr marL="914400" indent="0">
              <a:buNone/>
              <a:defRPr>
                <a:solidFill>
                  <a:srgbClr val="FFFFFE"/>
                </a:solidFill>
              </a:defRPr>
            </a:lvl3pPr>
            <a:lvl4pPr marL="1371600" indent="0">
              <a:buNone/>
              <a:defRPr>
                <a:solidFill>
                  <a:srgbClr val="FFFFFE"/>
                </a:solidFill>
              </a:defRPr>
            </a:lvl4pPr>
            <a:lvl5pPr marL="1828800" indent="0">
              <a:buNone/>
              <a:defRPr>
                <a:solidFill>
                  <a:srgbClr val="FFFFFE"/>
                </a:solidFill>
              </a:defRPr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nl-BE">
                <a:solidFill>
                  <a:schemeClr val="bg2"/>
                </a:solidFill>
              </a:rPr>
              <a:t>Click to edit Master title style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4573588" y="1601591"/>
            <a:ext cx="3589791" cy="848239"/>
          </a:xfr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nl-BE" sz="2000" b="1" i="0" kern="1200" dirty="0" smtClean="0">
                <a:solidFill>
                  <a:schemeClr val="bg2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  <a:lvl2pPr marL="457200" indent="0">
              <a:buNone/>
              <a:defRPr>
                <a:solidFill>
                  <a:srgbClr val="FFFFFE"/>
                </a:solidFill>
              </a:defRPr>
            </a:lvl2pPr>
            <a:lvl3pPr marL="914400" indent="0">
              <a:buNone/>
              <a:defRPr>
                <a:solidFill>
                  <a:srgbClr val="FFFFFE"/>
                </a:solidFill>
              </a:defRPr>
            </a:lvl3pPr>
            <a:lvl4pPr marL="1371600" indent="0">
              <a:buNone/>
              <a:defRPr>
                <a:solidFill>
                  <a:srgbClr val="FFFFFE"/>
                </a:solidFill>
              </a:defRPr>
            </a:lvl4pPr>
            <a:lvl5pPr marL="1828800" indent="0">
              <a:buNone/>
              <a:defRPr>
                <a:solidFill>
                  <a:srgbClr val="FFFFFE"/>
                </a:solidFill>
              </a:defRPr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nl-BE">
                <a:solidFill>
                  <a:schemeClr val="bg2"/>
                </a:solidFill>
              </a:rPr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20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7200" y="284559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000" b="1" i="0">
                <a:solidFill>
                  <a:srgbClr val="FFFFFE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26327086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psomming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5338" y="1499508"/>
            <a:ext cx="8229600" cy="2510850"/>
          </a:xfrm>
        </p:spPr>
        <p:txBody>
          <a:bodyPr>
            <a:normAutofit/>
          </a:bodyPr>
          <a:lstStyle>
            <a:lvl1pPr>
              <a:defRPr sz="2800" b="1" i="0">
                <a:solidFill>
                  <a:srgbClr val="FFFFFF"/>
                </a:solidFill>
                <a:latin typeface="Montserrat" panose="00000500000000000000" pitchFamily="2" charset="0"/>
              </a:defRPr>
            </a:lvl1pPr>
            <a:lvl2pPr>
              <a:defRPr sz="2400" b="1" i="0">
                <a:solidFill>
                  <a:srgbClr val="FFFFFF"/>
                </a:solidFill>
                <a:latin typeface="Montserrat" panose="00000500000000000000" pitchFamily="2" charset="0"/>
              </a:defRPr>
            </a:lvl2pPr>
            <a:lvl3pPr>
              <a:defRPr sz="2000" b="1" i="0">
                <a:solidFill>
                  <a:srgbClr val="FFFFFF"/>
                </a:solidFill>
                <a:latin typeface="Montserrat" panose="00000500000000000000" pitchFamily="2" charset="0"/>
              </a:defRPr>
            </a:lvl3pPr>
            <a:lvl4pPr>
              <a:defRPr sz="1800" b="1" i="0">
                <a:solidFill>
                  <a:srgbClr val="FFFFFF"/>
                </a:solidFill>
                <a:latin typeface="Montserrat" panose="00000500000000000000" pitchFamily="2" charset="0"/>
              </a:defRPr>
            </a:lvl4pPr>
            <a:lvl5pPr>
              <a:defRPr sz="1800" b="1" i="0">
                <a:solidFill>
                  <a:srgbClr val="FFFFFF"/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ctrTitle"/>
          </p:nvPr>
        </p:nvSpPr>
        <p:spPr>
          <a:xfrm>
            <a:off x="795338" y="741759"/>
            <a:ext cx="6334442" cy="613093"/>
          </a:xfrm>
        </p:spPr>
        <p:txBody>
          <a:bodyPr anchor="t" anchorCtr="0">
            <a:noAutofit/>
          </a:bodyPr>
          <a:lstStyle>
            <a:lvl1pPr algn="l">
              <a:defRPr sz="3200" b="0" i="0">
                <a:solidFill>
                  <a:schemeClr val="bg2"/>
                </a:solidFill>
                <a:latin typeface="Montserrat" panose="00000500000000000000" pitchFamily="2" charset="0"/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795338" y="284559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000" b="1" i="0">
                <a:solidFill>
                  <a:srgbClr val="FFFFFE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20264602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27">
          <p15:clr>
            <a:srgbClr val="FBAE40"/>
          </p15:clr>
        </p15:guide>
        <p15:guide id="2" pos="478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_opsomm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4A2CA899-AC19-4B6A-B13F-AC583E59FC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9451" y="4734906"/>
            <a:ext cx="2668635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2">
                    <a:lumMod val="50000"/>
                  </a:schemeClr>
                </a:solidFill>
                <a:latin typeface="Montserrat ExtraLight" panose="00000300000000000000" pitchFamily="2" charset="0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Montserrat ExtraLight" panose="00000300000000000000" pitchFamily="2" charset="0"/>
                <a:ea typeface="+mn-ea"/>
                <a:cs typeface="+mn-cs"/>
              </a:rPr>
              <a:t>09 </a:t>
            </a:r>
            <a:r>
              <a:rPr kumimoji="0" lang="nl-BE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Montserrat ExtraLight" panose="00000300000000000000" pitchFamily="2" charset="0"/>
                <a:ea typeface="+mn-ea"/>
                <a:cs typeface="+mn-cs"/>
              </a:rPr>
              <a:t>Layout</a:t>
            </a:r>
            <a:r>
              <a:rPr kumimoji="0" lang="nl-BE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Montserrat ExtraLight" panose="00000300000000000000" pitchFamily="2" charset="0"/>
                <a:ea typeface="+mn-ea"/>
                <a:cs typeface="+mn-cs"/>
              </a:rPr>
              <a:t> – </a:t>
            </a:r>
            <a:r>
              <a:rPr kumimoji="0" lang="nl-BE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Montserrat ExtraLight" panose="00000300000000000000" pitchFamily="2" charset="0"/>
                <a:ea typeface="+mn-ea"/>
                <a:cs typeface="+mn-cs"/>
              </a:rPr>
              <a:t>Responsive</a:t>
            </a:r>
            <a:br>
              <a:rPr kumimoji="0" lang="nl-BE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Montserrat ExtraLight" panose="00000300000000000000" pitchFamily="2" charset="0"/>
                <a:ea typeface="+mn-ea"/>
                <a:cs typeface="+mn-cs"/>
              </a:rPr>
            </a:br>
            <a:r>
              <a:rPr kumimoji="0" lang="nl-BE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Montserrat ExtraLight" panose="00000300000000000000" pitchFamily="2" charset="0"/>
                <a:ea typeface="+mn-ea"/>
                <a:cs typeface="+mn-cs"/>
              </a:rPr>
              <a:t>slide </a:t>
            </a:r>
            <a:fld id="{31D41983-889B-4BEB-B0C7-A6BBA21D0A1F}" type="slidenum">
              <a:rPr kumimoji="0" lang="nl-BE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Montserrat ExtraLight" panose="00000300000000000000" pitchFamily="2" charset="0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nl-BE" sz="10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Montserrat ExtraLight" panose="00000300000000000000" pitchFamily="2" charset="0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09451" y="973031"/>
            <a:ext cx="8515487" cy="3423709"/>
          </a:xfrm>
        </p:spPr>
        <p:txBody>
          <a:bodyPr>
            <a:normAutofit/>
          </a:bodyPr>
          <a:lstStyle>
            <a:lvl1pPr marL="288000" indent="-2880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defRPr sz="2800"/>
            </a:lvl1pPr>
            <a:lvl2pPr marL="576000" indent="-288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Wingdings" panose="05000000000000000000" pitchFamily="2" charset="2"/>
              <a:buChar char="§"/>
              <a:defRPr sz="2400"/>
            </a:lvl2pPr>
            <a:lvl3pPr marL="864000" indent="-28800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chemeClr val="tx1">
                  <a:lumMod val="75000"/>
                  <a:lumOff val="25000"/>
                </a:schemeClr>
              </a:buClr>
              <a:buSzPct val="60000"/>
              <a:buFont typeface="Courier New" panose="02070309020205020404" pitchFamily="49" charset="0"/>
              <a:buChar char="o"/>
              <a:defRPr sz="2000"/>
            </a:lvl3pPr>
            <a:lvl4pPr marL="1152000" indent="-288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>
                  <a:lumMod val="75000"/>
                  <a:lumOff val="25000"/>
                </a:schemeClr>
              </a:buClr>
              <a:defRPr sz="1600"/>
            </a:lvl4pPr>
            <a:lvl5pPr marL="1440000" indent="-288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>
                  <a:lumMod val="75000"/>
                  <a:lumOff val="25000"/>
                </a:schemeClr>
              </a:buClr>
              <a:defRPr sz="1400"/>
            </a:lvl5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12" name="Title 1"/>
          <p:cNvSpPr>
            <a:spLocks noGrp="1"/>
          </p:cNvSpPr>
          <p:nvPr>
            <p:ph type="ctrTitle" hasCustomPrompt="1"/>
          </p:nvPr>
        </p:nvSpPr>
        <p:spPr>
          <a:xfrm>
            <a:off x="509451" y="268241"/>
            <a:ext cx="8515486" cy="589789"/>
          </a:xfrm>
        </p:spPr>
        <p:txBody>
          <a:bodyPr anchor="t" anchorCtr="0">
            <a:noAutofit/>
          </a:bodyPr>
          <a:lstStyle>
            <a:lvl1pPr algn="l">
              <a:defRPr sz="3200" b="1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B4A0520B-0E5E-4898-8E1F-4C143B2742CA}"/>
              </a:ext>
            </a:extLst>
          </p:cNvPr>
          <p:cNvCxnSpPr>
            <a:cxnSpLocks/>
          </p:cNvCxnSpPr>
          <p:nvPr userDrawn="1"/>
        </p:nvCxnSpPr>
        <p:spPr>
          <a:xfrm>
            <a:off x="601980" y="858030"/>
            <a:ext cx="8422956" cy="0"/>
          </a:xfrm>
          <a:prstGeom prst="line">
            <a:avLst/>
          </a:prstGeom>
          <a:ln w="9525">
            <a:solidFill>
              <a:schemeClr val="bg2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5">
            <a:extLst>
              <a:ext uri="{FF2B5EF4-FFF2-40B4-BE49-F238E27FC236}">
                <a16:creationId xmlns:a16="http://schemas.microsoft.com/office/drawing/2014/main" id="{D4B076A1-0154-F29D-7532-3608A039B4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7854" y="4669608"/>
            <a:ext cx="717082" cy="40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9032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en opsomming zw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99508"/>
            <a:ext cx="8229600" cy="251085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ctrTitle"/>
          </p:nvPr>
        </p:nvSpPr>
        <p:spPr>
          <a:xfrm>
            <a:off x="457200" y="741759"/>
            <a:ext cx="6334442" cy="613093"/>
          </a:xfrm>
        </p:spPr>
        <p:txBody>
          <a:bodyPr anchor="t" anchorCtr="0">
            <a:noAutofit/>
          </a:bodyPr>
          <a:lstStyle>
            <a:lvl1pPr algn="l">
              <a:defRPr sz="3200" b="1">
                <a:solidFill>
                  <a:schemeClr val="bg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7200" y="284559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FFFFFE"/>
                </a:solidFill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42246253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en kolom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>
                <a:solidFill>
                  <a:schemeClr val="bg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2510850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2"/>
                </a:solidFill>
              </a:defRPr>
            </a:lvl1pPr>
            <a:lvl2pPr>
              <a:defRPr sz="2400">
                <a:solidFill>
                  <a:schemeClr val="bg2"/>
                </a:solidFill>
              </a:defRPr>
            </a:lvl2pPr>
            <a:lvl3pPr>
              <a:defRPr sz="2000">
                <a:solidFill>
                  <a:schemeClr val="bg2"/>
                </a:solidFill>
              </a:defRPr>
            </a:lvl3pPr>
            <a:lvl4pPr>
              <a:defRPr sz="1800">
                <a:solidFill>
                  <a:schemeClr val="bg2"/>
                </a:solidFill>
              </a:defRPr>
            </a:lvl4pPr>
            <a:lvl5pPr>
              <a:defRPr sz="1800">
                <a:solidFill>
                  <a:schemeClr val="bg2"/>
                </a:solidFill>
              </a:defRPr>
            </a:lvl5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42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en kolom wi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2510850"/>
          </a:xfrm>
        </p:spPr>
        <p:txBody>
          <a:bodyPr>
            <a:normAutofit/>
          </a:bodyPr>
          <a:lstStyle>
            <a:lvl1pPr marL="266700" indent="-266700">
              <a:defRPr sz="2800">
                <a:solidFill>
                  <a:schemeClr val="tx1"/>
                </a:solidFill>
              </a:defRPr>
            </a:lvl1pPr>
            <a:lvl2pPr marL="447675" indent="-266700">
              <a:defRPr sz="2400">
                <a:solidFill>
                  <a:schemeClr val="tx1"/>
                </a:solidFill>
              </a:defRPr>
            </a:lvl2pPr>
            <a:lvl3pPr marL="715963" indent="-268288">
              <a:defRPr sz="2000">
                <a:solidFill>
                  <a:schemeClr val="tx1"/>
                </a:solidFill>
              </a:defRPr>
            </a:lvl3pPr>
            <a:lvl4pPr marL="982663" indent="-266700">
              <a:defRPr sz="1800">
                <a:solidFill>
                  <a:schemeClr val="tx1"/>
                </a:solidFill>
              </a:defRPr>
            </a:lvl4pPr>
            <a:lvl5pPr marL="1257300" indent="-274638"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370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en kolom oranj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>
                <a:solidFill>
                  <a:schemeClr val="bg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2510850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2"/>
                </a:solidFill>
              </a:defRPr>
            </a:lvl1pPr>
            <a:lvl2pPr>
              <a:defRPr sz="2400">
                <a:solidFill>
                  <a:schemeClr val="bg2"/>
                </a:solidFill>
              </a:defRPr>
            </a:lvl2pPr>
            <a:lvl3pPr>
              <a:defRPr sz="2000">
                <a:solidFill>
                  <a:schemeClr val="bg2"/>
                </a:solidFill>
              </a:defRPr>
            </a:lvl3pPr>
            <a:lvl4pPr>
              <a:defRPr sz="1800">
                <a:solidFill>
                  <a:schemeClr val="bg2"/>
                </a:solidFill>
              </a:defRPr>
            </a:lvl4pPr>
            <a:lvl5pPr>
              <a:defRPr sz="1800">
                <a:solidFill>
                  <a:schemeClr val="bg2"/>
                </a:solidFill>
              </a:defRPr>
            </a:lvl5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5064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ee kolom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2469" y="215811"/>
            <a:ext cx="7891462" cy="857250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5812" y="1200151"/>
            <a:ext cx="3709987" cy="2556477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2"/>
                </a:solidFill>
              </a:defRPr>
            </a:lvl1pPr>
            <a:lvl2pPr>
              <a:defRPr sz="20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600">
                <a:solidFill>
                  <a:schemeClr val="bg2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2556477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2"/>
                </a:solidFill>
              </a:defRPr>
            </a:lvl1pPr>
            <a:lvl2pPr>
              <a:defRPr sz="20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600">
                <a:solidFill>
                  <a:schemeClr val="bg2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1544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ee kolom wi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00151"/>
            <a:ext cx="3784600" cy="255647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255647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7386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ranj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BF45A9F-901A-D64D-A315-8B4BF379A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880" y="215811"/>
            <a:ext cx="8229600" cy="857250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5263050-C631-2B4F-9EF4-AB772103D2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0880" y="1200151"/>
            <a:ext cx="3881120" cy="2556477"/>
          </a:xfrm>
        </p:spPr>
        <p:txBody>
          <a:bodyPr/>
          <a:lstStyle>
            <a:lvl1pPr>
              <a:defRPr sz="2800">
                <a:solidFill>
                  <a:schemeClr val="bg2"/>
                </a:solidFill>
              </a:defRPr>
            </a:lvl1pPr>
            <a:lvl2pPr>
              <a:defRPr sz="2400">
                <a:solidFill>
                  <a:schemeClr val="bg2"/>
                </a:solidFill>
              </a:defRPr>
            </a:lvl2pPr>
            <a:lvl3pPr>
              <a:defRPr sz="2000">
                <a:solidFill>
                  <a:schemeClr val="bg2"/>
                </a:solidFill>
              </a:defRPr>
            </a:lvl3pPr>
            <a:lvl4pPr>
              <a:defRPr sz="1800">
                <a:solidFill>
                  <a:schemeClr val="bg2"/>
                </a:solidFill>
              </a:defRPr>
            </a:lvl4pPr>
            <a:lvl5pPr>
              <a:defRPr sz="1800">
                <a:solidFill>
                  <a:schemeClr val="bg2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B16F3D89-0724-4142-8869-8A328BB7EE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26000" y="1200151"/>
            <a:ext cx="3860800" cy="2556477"/>
          </a:xfrm>
        </p:spPr>
        <p:txBody>
          <a:bodyPr/>
          <a:lstStyle>
            <a:lvl1pPr>
              <a:defRPr sz="2800">
                <a:solidFill>
                  <a:schemeClr val="bg2"/>
                </a:solidFill>
              </a:defRPr>
            </a:lvl1pPr>
            <a:lvl2pPr>
              <a:defRPr sz="2400">
                <a:solidFill>
                  <a:schemeClr val="bg2"/>
                </a:solidFill>
              </a:defRPr>
            </a:lvl2pPr>
            <a:lvl3pPr>
              <a:defRPr sz="2000">
                <a:solidFill>
                  <a:schemeClr val="bg2"/>
                </a:solidFill>
              </a:defRPr>
            </a:lvl3pPr>
            <a:lvl4pPr>
              <a:defRPr sz="1800">
                <a:solidFill>
                  <a:schemeClr val="bg2"/>
                </a:solidFill>
              </a:defRPr>
            </a:lvl4pPr>
            <a:lvl5pPr>
              <a:defRPr sz="1800">
                <a:solidFill>
                  <a:schemeClr val="bg2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FB545E-178D-D741-BE1A-D4D4823CBF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856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 - enkel wi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513" y="635365"/>
            <a:ext cx="8229600" cy="857250"/>
          </a:xfrm>
        </p:spPr>
        <p:txBody>
          <a:bodyPr>
            <a:normAutofit/>
          </a:bodyPr>
          <a:lstStyle>
            <a:lvl1pPr algn="l">
              <a:defRPr sz="3200" b="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  <p:sp>
        <p:nvSpPr>
          <p:cNvPr id="6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785813" y="284559"/>
            <a:ext cx="4116388" cy="323227"/>
          </a:xfrm>
        </p:spPr>
        <p:txBody>
          <a:bodyPr>
            <a:normAutofit/>
          </a:bodyPr>
          <a:lstStyle>
            <a:lvl1pPr marL="0" indent="0"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able Placeholder 3"/>
          <p:cNvSpPr>
            <a:spLocks noGrp="1"/>
          </p:cNvSpPr>
          <p:nvPr>
            <p:ph type="tbl" sz="quarter" idx="13"/>
          </p:nvPr>
        </p:nvSpPr>
        <p:spPr>
          <a:xfrm>
            <a:off x="798513" y="1726681"/>
            <a:ext cx="8229600" cy="2366193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r>
              <a:rPr lang="nl-NL"/>
              <a:t>Klik op het pictogram als u een tabel wilt toevoegen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141245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- enkel wi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513" y="635365"/>
            <a:ext cx="8229600" cy="857250"/>
          </a:xfrm>
        </p:spPr>
        <p:txBody>
          <a:bodyPr>
            <a:normAutofit/>
          </a:bodyPr>
          <a:lstStyle>
            <a:lvl1pPr algn="l">
              <a:defRPr sz="3200" b="1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  <p:sp>
        <p:nvSpPr>
          <p:cNvPr id="6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785813" y="284559"/>
            <a:ext cx="4116388" cy="323227"/>
          </a:xfrm>
        </p:spPr>
        <p:txBody>
          <a:bodyPr>
            <a:normAutofit/>
          </a:bodyPr>
          <a:lstStyle>
            <a:lvl1pPr marL="0" indent="0"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3"/>
          </p:nvPr>
        </p:nvSpPr>
        <p:spPr>
          <a:xfrm>
            <a:off x="798513" y="1690688"/>
            <a:ext cx="8229600" cy="241141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r>
              <a:rPr lang="nl-NL"/>
              <a:t>Klik op het pictogram als u een grafiek wilt toevoegen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228237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77021" y="3816635"/>
            <a:ext cx="1464251" cy="82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2393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 wi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75080" y="3908399"/>
            <a:ext cx="1460185" cy="822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1077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Autofit/>
          </a:bodyPr>
          <a:lstStyle>
            <a:lvl1pPr algn="l">
              <a:defRPr sz="4200" b="0" i="0" baseline="0">
                <a:solidFill>
                  <a:srgbClr val="FFFFFF"/>
                </a:solidFill>
                <a:latin typeface="Montserrat ExtraBold" pitchFamily="2" charset="77"/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914650"/>
            <a:ext cx="7772400" cy="758328"/>
          </a:xfrm>
        </p:spPr>
        <p:txBody>
          <a:bodyPr>
            <a:normAutofit/>
          </a:bodyPr>
          <a:lstStyle>
            <a:lvl1pPr marL="0" indent="0" algn="l">
              <a:buNone/>
              <a:defRPr lang="nl-BE" sz="3200" b="0" i="0" kern="1200" baseline="0" dirty="0">
                <a:solidFill>
                  <a:srgbClr val="FFFFFF"/>
                </a:solidFill>
                <a:latin typeface="Montserrat Semi" pitchFamily="2" charset="77"/>
                <a:ea typeface="+mj-ea"/>
                <a:cs typeface="+mj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 om de ondertitelstijl van het model te bewerken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9282581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 wi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Autofit/>
          </a:bodyPr>
          <a:lstStyle>
            <a:lvl1pPr algn="l">
              <a:defRPr lang="nl-BE" sz="4200" b="0" i="0" kern="1200" baseline="0" dirty="0">
                <a:solidFill>
                  <a:schemeClr val="tx1"/>
                </a:solidFill>
                <a:latin typeface="Montserrat ExtraBold" pitchFamily="2" charset="77"/>
                <a:ea typeface="+mj-ea"/>
                <a:cs typeface="+mj-cs"/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926443"/>
            <a:ext cx="7772400" cy="758328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 om de ondertitelstijl van het model te bewerken</a:t>
            </a:r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39605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blok naast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6438" y="741759"/>
            <a:ext cx="3856038" cy="1172312"/>
          </a:xfrm>
        </p:spPr>
        <p:txBody>
          <a:bodyPr anchor="t" anchorCtr="0">
            <a:noAutofit/>
          </a:bodyPr>
          <a:lstStyle>
            <a:lvl1pPr algn="l">
              <a:defRPr sz="3200" b="0">
                <a:solidFill>
                  <a:schemeClr val="bg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41837" y="2160389"/>
            <a:ext cx="4217429" cy="1893451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 om de ondertitelstijl van het model te bewerken</a:t>
            </a:r>
            <a:endParaRPr lang="nl-BE"/>
          </a:p>
        </p:txBody>
      </p:sp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1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706438" y="2160389"/>
            <a:ext cx="2824162" cy="1876621"/>
          </a:xfr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300">
                <a:solidFill>
                  <a:srgbClr val="FFFFFE"/>
                </a:solidFill>
              </a:defRPr>
            </a:lvl1pPr>
            <a:lvl2pPr marL="457200" indent="0">
              <a:buNone/>
              <a:defRPr>
                <a:solidFill>
                  <a:srgbClr val="FFFFFE"/>
                </a:solidFill>
              </a:defRPr>
            </a:lvl2pPr>
            <a:lvl3pPr marL="914400" indent="0">
              <a:buNone/>
              <a:defRPr>
                <a:solidFill>
                  <a:srgbClr val="FFFFFE"/>
                </a:solidFill>
              </a:defRPr>
            </a:lvl3pPr>
            <a:lvl4pPr marL="1371600" indent="0">
              <a:buNone/>
              <a:defRPr>
                <a:solidFill>
                  <a:srgbClr val="FFFFFE"/>
                </a:solidFill>
              </a:defRPr>
            </a:lvl4pPr>
            <a:lvl5pPr marL="1828800" indent="0">
              <a:buNone/>
              <a:defRPr>
                <a:solidFill>
                  <a:srgbClr val="FFFFFE"/>
                </a:solidFill>
              </a:defRPr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nl-BE">
                <a:solidFill>
                  <a:schemeClr val="bg2"/>
                </a:solidFill>
              </a:rPr>
              <a:t>Click to edit Master title style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06438" y="291193"/>
            <a:ext cx="3856037" cy="344488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34143312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blok naast wi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696278" y="741759"/>
            <a:ext cx="3856038" cy="1163241"/>
          </a:xfrm>
        </p:spPr>
        <p:txBody>
          <a:bodyPr anchor="t" anchorCtr="0">
            <a:noAutofit/>
          </a:bodyPr>
          <a:lstStyle>
            <a:lvl1pPr algn="l">
              <a:defRPr sz="3200" b="1" i="0">
                <a:solidFill>
                  <a:schemeClr val="tx1"/>
                </a:solidFill>
                <a:latin typeface="Montserrat Extra Bold" pitchFamily="2" charset="77"/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4541837" y="2160389"/>
            <a:ext cx="4217429" cy="1893451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 om de ondertitelstijl van het model te bewerken</a:t>
            </a:r>
            <a:endParaRPr lang="nl-BE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696278" y="2170143"/>
            <a:ext cx="3119438" cy="1883697"/>
          </a:xfrm>
        </p:spPr>
        <p:txBody>
          <a:bodyPr>
            <a:normAutofit/>
          </a:bodyPr>
          <a:lstStyle>
            <a:lvl1pPr marL="0" indent="0">
              <a:buNone/>
              <a:defRPr lang="nl-BE" sz="2300" b="1" i="0" kern="1200" smtClean="0">
                <a:solidFill>
                  <a:schemeClr val="tx1"/>
                </a:solidFill>
                <a:latin typeface="Montserrat Semi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96278" y="291193"/>
            <a:ext cx="3856037" cy="344488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52062411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blok naast oranj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5337" y="741759"/>
            <a:ext cx="3856038" cy="1163241"/>
          </a:xfrm>
        </p:spPr>
        <p:txBody>
          <a:bodyPr anchor="t" anchorCtr="0">
            <a:noAutofit/>
          </a:bodyPr>
          <a:lstStyle>
            <a:lvl1pPr algn="l">
              <a:defRPr sz="3200" b="1" i="0">
                <a:solidFill>
                  <a:srgbClr val="FFFFFE"/>
                </a:solidFill>
                <a:latin typeface="Montserrat Extra Bold" pitchFamily="2" charset="77"/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41837" y="2160389"/>
            <a:ext cx="4217429" cy="1893451"/>
          </a:xfrm>
        </p:spPr>
        <p:txBody>
          <a:bodyPr>
            <a:normAutofit/>
          </a:bodyPr>
          <a:lstStyle>
            <a:lvl1pPr marL="0" indent="0" algn="l">
              <a:buNone/>
              <a:defRPr sz="1200" b="1" i="0">
                <a:solidFill>
                  <a:srgbClr val="FFFFFE"/>
                </a:solidFill>
                <a:latin typeface="Montserrat Semi" pitchFamily="2" charset="7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 om de ondertitelstijl van het model te bewerken</a:t>
            </a:r>
            <a:endParaRPr lang="nl-BE"/>
          </a:p>
        </p:txBody>
      </p:sp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795337" y="2170143"/>
            <a:ext cx="3119438" cy="1883697"/>
          </a:xfrm>
        </p:spPr>
        <p:txBody>
          <a:bodyPr>
            <a:normAutofit/>
          </a:bodyPr>
          <a:lstStyle>
            <a:lvl1pPr marL="0" indent="0">
              <a:buNone/>
              <a:defRPr lang="nl-BE" sz="2300" b="0" i="0" kern="1200" smtClean="0">
                <a:solidFill>
                  <a:srgbClr val="FFFFFE"/>
                </a:solidFill>
                <a:latin typeface="Montserrat Extra 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95338" y="291193"/>
            <a:ext cx="3856037" cy="344488"/>
          </a:xfrm>
        </p:spPr>
        <p:txBody>
          <a:bodyPr>
            <a:normAutofit/>
          </a:bodyPr>
          <a:lstStyle>
            <a:lvl1pPr marL="0" indent="0">
              <a:buNone/>
              <a:defRPr sz="1000" b="1" i="0">
                <a:solidFill>
                  <a:srgbClr val="FFFFFE"/>
                </a:solidFill>
                <a:latin typeface="Montserrat Semi" pitchFamily="2" charset="77"/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34885569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beeld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4541839" y="741759"/>
            <a:ext cx="4134617" cy="3324343"/>
          </a:xfr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795338" y="741759"/>
            <a:ext cx="3856038" cy="1163241"/>
          </a:xfrm>
        </p:spPr>
        <p:txBody>
          <a:bodyPr anchor="t" anchorCtr="0">
            <a:noAutofit/>
          </a:bodyPr>
          <a:lstStyle>
            <a:lvl1pPr algn="l">
              <a:defRPr sz="3200" b="1" i="0">
                <a:solidFill>
                  <a:srgbClr val="FFFFFE"/>
                </a:solidFill>
                <a:latin typeface="Montserrat Extra Bold" pitchFamily="2" charset="77"/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95338" y="2170143"/>
            <a:ext cx="3119438" cy="1883697"/>
          </a:xfrm>
        </p:spPr>
        <p:txBody>
          <a:bodyPr>
            <a:normAutofit/>
          </a:bodyPr>
          <a:lstStyle>
            <a:lvl1pPr marL="0" indent="0">
              <a:buNone/>
              <a:defRPr lang="nl-BE" sz="2300" b="0" i="0" kern="1200" smtClean="0">
                <a:solidFill>
                  <a:srgbClr val="FFFFFE"/>
                </a:solidFill>
                <a:latin typeface="Montserrat Extra 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795338" y="284559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000" b="1" i="0">
                <a:solidFill>
                  <a:srgbClr val="FFFFFE"/>
                </a:solidFill>
                <a:latin typeface="Montserrat Semi" pitchFamily="2" charset="77"/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4585000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beeld wi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5338" y="741759"/>
            <a:ext cx="3856038" cy="1149368"/>
          </a:xfrm>
        </p:spPr>
        <p:txBody>
          <a:bodyPr anchor="t" anchorCtr="0">
            <a:noAutofit/>
          </a:bodyPr>
          <a:lstStyle>
            <a:lvl1pPr algn="l">
              <a:defRPr sz="3200" b="1" i="0">
                <a:solidFill>
                  <a:schemeClr val="tx1"/>
                </a:solidFill>
                <a:latin typeface="Montserrat Extra Bold" pitchFamily="2" charset="77"/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4541839" y="741759"/>
            <a:ext cx="4134617" cy="332434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  <a:endParaRPr lang="nl-B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  <p:sp>
        <p:nvSpPr>
          <p:cNvPr id="9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795338" y="284559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000" b="1" i="0">
                <a:solidFill>
                  <a:schemeClr val="tx1"/>
                </a:solidFill>
                <a:latin typeface="Montserrat Semi" pitchFamily="2" charset="77"/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95338" y="2178050"/>
            <a:ext cx="3508375" cy="1888052"/>
          </a:xfrm>
        </p:spPr>
        <p:txBody>
          <a:bodyPr>
            <a:normAutofit/>
          </a:bodyPr>
          <a:lstStyle>
            <a:lvl1pPr marL="0" indent="0">
              <a:buNone/>
              <a:defRPr sz="1400" b="1" i="0">
                <a:latin typeface="Montserrat Semi" pitchFamily="2" charset="77"/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148519159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beeld oranj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4541839" y="741759"/>
            <a:ext cx="4134617" cy="3324343"/>
          </a:xfrm>
        </p:spPr>
        <p:txBody>
          <a:bodyPr/>
          <a:lstStyle>
            <a:lvl1pPr marL="0" indent="0">
              <a:buNone/>
              <a:defRPr>
                <a:solidFill>
                  <a:srgbClr val="FFFFFE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795338" y="741759"/>
            <a:ext cx="3856038" cy="1163241"/>
          </a:xfrm>
        </p:spPr>
        <p:txBody>
          <a:bodyPr anchor="t" anchorCtr="0">
            <a:noAutofit/>
          </a:bodyPr>
          <a:lstStyle>
            <a:lvl1pPr algn="l">
              <a:defRPr sz="3200" b="1">
                <a:solidFill>
                  <a:srgbClr val="FFFFFE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95338" y="2170143"/>
            <a:ext cx="3119438" cy="1883697"/>
          </a:xfrm>
        </p:spPr>
        <p:txBody>
          <a:bodyPr>
            <a:normAutofit/>
          </a:bodyPr>
          <a:lstStyle>
            <a:lvl1pPr marL="0" indent="0">
              <a:buNone/>
              <a:defRPr lang="nl-BE" sz="1400" b="0" i="0" kern="1200" smtClean="0">
                <a:solidFill>
                  <a:srgbClr val="FFFFFE"/>
                </a:solidFill>
                <a:latin typeface="Montserrat Semi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16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795338" y="284559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FFFFFE"/>
                </a:solidFill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27367997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kst en beeld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2682" y="731678"/>
            <a:ext cx="6334442" cy="613093"/>
          </a:xfrm>
        </p:spPr>
        <p:txBody>
          <a:bodyPr anchor="t" anchorCtr="0">
            <a:noAutofit/>
          </a:bodyPr>
          <a:lstStyle>
            <a:lvl1pPr algn="l">
              <a:defRPr sz="3200" b="1">
                <a:solidFill>
                  <a:schemeClr val="bg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9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592637" y="2616468"/>
            <a:ext cx="2379707" cy="181050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812682" y="2586067"/>
            <a:ext cx="2379707" cy="181050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13" hasCustomPrompt="1"/>
          </p:nvPr>
        </p:nvSpPr>
        <p:spPr>
          <a:xfrm>
            <a:off x="812681" y="1591510"/>
            <a:ext cx="3589791" cy="848239"/>
          </a:xfr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nl-BE" sz="2000" b="1" kern="1200" dirty="0" smtClean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>
                <a:solidFill>
                  <a:srgbClr val="FFFFFE"/>
                </a:solidFill>
              </a:defRPr>
            </a:lvl2pPr>
            <a:lvl3pPr marL="914400" indent="0">
              <a:buNone/>
              <a:defRPr>
                <a:solidFill>
                  <a:srgbClr val="FFFFFE"/>
                </a:solidFill>
              </a:defRPr>
            </a:lvl3pPr>
            <a:lvl4pPr marL="1371600" indent="0">
              <a:buNone/>
              <a:defRPr>
                <a:solidFill>
                  <a:srgbClr val="FFFFFE"/>
                </a:solidFill>
              </a:defRPr>
            </a:lvl4pPr>
            <a:lvl5pPr marL="1828800" indent="0">
              <a:buNone/>
              <a:defRPr>
                <a:solidFill>
                  <a:srgbClr val="FFFFFE"/>
                </a:solidFill>
              </a:defRPr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nl-BE">
                <a:solidFill>
                  <a:schemeClr val="bg2"/>
                </a:solidFill>
              </a:rPr>
              <a:t>Click to edit Master title style</a:t>
            </a:r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4573588" y="1601591"/>
            <a:ext cx="3589791" cy="848239"/>
          </a:xfr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nl-BE" sz="2000" b="1" kern="1200" dirty="0" smtClean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>
                <a:solidFill>
                  <a:srgbClr val="FFFFFE"/>
                </a:solidFill>
              </a:defRPr>
            </a:lvl2pPr>
            <a:lvl3pPr marL="914400" indent="0">
              <a:buNone/>
              <a:defRPr>
                <a:solidFill>
                  <a:srgbClr val="FFFFFE"/>
                </a:solidFill>
              </a:defRPr>
            </a:lvl3pPr>
            <a:lvl4pPr marL="1371600" indent="0">
              <a:buNone/>
              <a:defRPr>
                <a:solidFill>
                  <a:srgbClr val="FFFFFE"/>
                </a:solidFill>
              </a:defRPr>
            </a:lvl4pPr>
            <a:lvl5pPr marL="1828800" indent="0">
              <a:buNone/>
              <a:defRPr>
                <a:solidFill>
                  <a:srgbClr val="FFFFFE"/>
                </a:solidFill>
              </a:defRPr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nl-BE">
                <a:solidFill>
                  <a:schemeClr val="bg2"/>
                </a:solidFill>
              </a:rPr>
              <a:t>Click to edit Master title style</a:t>
            </a:r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795338" y="274478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FFFFFE"/>
                </a:solidFill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244037826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kst en beeld zwar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>
              <a:solidFill>
                <a:srgbClr val="000000"/>
              </a:solidFill>
            </a:endParaRPr>
          </a:p>
        </p:txBody>
      </p:sp>
      <p:sp>
        <p:nvSpPr>
          <p:cNvPr id="9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592637" y="2616468"/>
            <a:ext cx="2379707" cy="1810502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812682" y="2614010"/>
            <a:ext cx="2379707" cy="1810502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812682" y="766594"/>
            <a:ext cx="6334442" cy="613093"/>
          </a:xfrm>
        </p:spPr>
        <p:txBody>
          <a:bodyPr anchor="t" anchorCtr="0">
            <a:noAutofit/>
          </a:bodyPr>
          <a:lstStyle>
            <a:lvl1pPr algn="l">
              <a:defRPr sz="3200" b="0">
                <a:solidFill>
                  <a:srgbClr val="000000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812682" y="1619650"/>
            <a:ext cx="3508375" cy="847725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Montserrat Semi" pitchFamily="2" charset="77"/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4592638" y="1601335"/>
            <a:ext cx="3508375" cy="847725"/>
          </a:xfrm>
        </p:spPr>
        <p:txBody>
          <a:bodyPr>
            <a:normAutofit/>
          </a:bodyPr>
          <a:lstStyle>
            <a:lvl1pPr marL="0" indent="0">
              <a:buNone/>
              <a:defRPr sz="2000" b="0"/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  <p:sp>
        <p:nvSpPr>
          <p:cNvPr id="21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795338" y="284559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000" b="1" i="0">
                <a:solidFill>
                  <a:schemeClr val="tx1"/>
                </a:solidFill>
                <a:latin typeface="Montserrat Semi" pitchFamily="2" charset="77"/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166950901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kst en beeld zw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>
              <a:solidFill>
                <a:srgbClr val="000000"/>
              </a:solidFill>
            </a:endParaRPr>
          </a:p>
        </p:txBody>
      </p:sp>
      <p:sp>
        <p:nvSpPr>
          <p:cNvPr id="9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592637" y="2616468"/>
            <a:ext cx="2379707" cy="1810502"/>
          </a:xfrm>
        </p:spPr>
        <p:txBody>
          <a:bodyPr/>
          <a:lstStyle>
            <a:lvl1pPr>
              <a:defRPr>
                <a:solidFill>
                  <a:srgbClr val="FFFFFE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54623" y="2596148"/>
            <a:ext cx="2379707" cy="181050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454623" y="741759"/>
            <a:ext cx="6334442" cy="613093"/>
          </a:xfrm>
        </p:spPr>
        <p:txBody>
          <a:bodyPr anchor="t" anchorCtr="0">
            <a:noAutofit/>
          </a:bodyPr>
          <a:lstStyle>
            <a:lvl1pPr algn="l">
              <a:defRPr sz="3200" b="1" i="0">
                <a:solidFill>
                  <a:schemeClr val="bg2"/>
                </a:solidFill>
                <a:latin typeface="Montserrat Extra Bold" pitchFamily="2" charset="77"/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3" hasCustomPrompt="1"/>
          </p:nvPr>
        </p:nvSpPr>
        <p:spPr>
          <a:xfrm>
            <a:off x="454622" y="1601591"/>
            <a:ext cx="3589791" cy="848239"/>
          </a:xfr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nl-BE" sz="2000" b="0" i="0" kern="1200" dirty="0" smtClean="0">
                <a:solidFill>
                  <a:schemeClr val="bg2"/>
                </a:solidFill>
                <a:latin typeface="Montserrat Semi" pitchFamily="2" charset="77"/>
                <a:ea typeface="+mj-ea"/>
                <a:cs typeface="+mj-cs"/>
              </a:defRPr>
            </a:lvl1pPr>
            <a:lvl2pPr marL="457200" indent="0">
              <a:buNone/>
              <a:defRPr>
                <a:solidFill>
                  <a:srgbClr val="FFFFFE"/>
                </a:solidFill>
              </a:defRPr>
            </a:lvl2pPr>
            <a:lvl3pPr marL="914400" indent="0">
              <a:buNone/>
              <a:defRPr>
                <a:solidFill>
                  <a:srgbClr val="FFFFFE"/>
                </a:solidFill>
              </a:defRPr>
            </a:lvl3pPr>
            <a:lvl4pPr marL="1371600" indent="0">
              <a:buNone/>
              <a:defRPr>
                <a:solidFill>
                  <a:srgbClr val="FFFFFE"/>
                </a:solidFill>
              </a:defRPr>
            </a:lvl4pPr>
            <a:lvl5pPr marL="1828800" indent="0">
              <a:buNone/>
              <a:defRPr>
                <a:solidFill>
                  <a:srgbClr val="FFFFFE"/>
                </a:solidFill>
              </a:defRPr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nl-BE">
                <a:solidFill>
                  <a:schemeClr val="bg2"/>
                </a:solidFill>
              </a:rPr>
              <a:t>Click to edit Master title style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4573588" y="1601591"/>
            <a:ext cx="3589791" cy="848239"/>
          </a:xfr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nl-BE" sz="2000" b="1" i="0" kern="1200" dirty="0" smtClean="0">
                <a:solidFill>
                  <a:schemeClr val="bg2"/>
                </a:solidFill>
                <a:latin typeface="Montserrat Semi" pitchFamily="2" charset="77"/>
                <a:ea typeface="+mj-ea"/>
                <a:cs typeface="+mj-cs"/>
              </a:defRPr>
            </a:lvl1pPr>
            <a:lvl2pPr marL="457200" indent="0">
              <a:buNone/>
              <a:defRPr>
                <a:solidFill>
                  <a:srgbClr val="FFFFFE"/>
                </a:solidFill>
              </a:defRPr>
            </a:lvl2pPr>
            <a:lvl3pPr marL="914400" indent="0">
              <a:buNone/>
              <a:defRPr>
                <a:solidFill>
                  <a:srgbClr val="FFFFFE"/>
                </a:solidFill>
              </a:defRPr>
            </a:lvl3pPr>
            <a:lvl4pPr marL="1371600" indent="0">
              <a:buNone/>
              <a:defRPr>
                <a:solidFill>
                  <a:srgbClr val="FFFFFE"/>
                </a:solidFill>
              </a:defRPr>
            </a:lvl4pPr>
            <a:lvl5pPr marL="1828800" indent="0">
              <a:buNone/>
              <a:defRPr>
                <a:solidFill>
                  <a:srgbClr val="FFFFFE"/>
                </a:solidFill>
              </a:defRPr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nl-BE">
                <a:solidFill>
                  <a:schemeClr val="bg2"/>
                </a:solidFill>
              </a:rPr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20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7200" y="284559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000" b="1" i="0">
                <a:solidFill>
                  <a:srgbClr val="FFFFFE"/>
                </a:solidFill>
                <a:latin typeface="Montserrat Semi" pitchFamily="2" charset="77"/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5452822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psomming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5338" y="1499508"/>
            <a:ext cx="8229600" cy="2510850"/>
          </a:xfrm>
        </p:spPr>
        <p:txBody>
          <a:bodyPr>
            <a:normAutofit/>
          </a:bodyPr>
          <a:lstStyle>
            <a:lvl1pPr>
              <a:defRPr sz="2800" b="1" i="0">
                <a:solidFill>
                  <a:srgbClr val="FFFFFF"/>
                </a:solidFill>
                <a:latin typeface="Montserrat Semi" pitchFamily="2" charset="77"/>
              </a:defRPr>
            </a:lvl1pPr>
            <a:lvl2pPr>
              <a:defRPr sz="2400" b="1" i="0">
                <a:solidFill>
                  <a:srgbClr val="FFFFFF"/>
                </a:solidFill>
                <a:latin typeface="Montserrat Semi" pitchFamily="2" charset="77"/>
              </a:defRPr>
            </a:lvl2pPr>
            <a:lvl3pPr>
              <a:defRPr sz="2000" b="1" i="0">
                <a:solidFill>
                  <a:srgbClr val="FFFFFF"/>
                </a:solidFill>
                <a:latin typeface="Montserrat Semi" pitchFamily="2" charset="77"/>
              </a:defRPr>
            </a:lvl3pPr>
            <a:lvl4pPr>
              <a:defRPr sz="1800" b="1" i="0">
                <a:solidFill>
                  <a:srgbClr val="FFFFFF"/>
                </a:solidFill>
                <a:latin typeface="Montserrat Semi" pitchFamily="2" charset="77"/>
              </a:defRPr>
            </a:lvl4pPr>
            <a:lvl5pPr>
              <a:defRPr sz="1800" b="1" i="0">
                <a:solidFill>
                  <a:srgbClr val="FFFFFF"/>
                </a:solidFill>
                <a:latin typeface="Montserrat Semi" pitchFamily="2" charset="77"/>
              </a:defRPr>
            </a:lvl5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ctrTitle"/>
          </p:nvPr>
        </p:nvSpPr>
        <p:spPr>
          <a:xfrm>
            <a:off x="795338" y="741759"/>
            <a:ext cx="6334442" cy="613093"/>
          </a:xfrm>
        </p:spPr>
        <p:txBody>
          <a:bodyPr anchor="t" anchorCtr="0">
            <a:noAutofit/>
          </a:bodyPr>
          <a:lstStyle>
            <a:lvl1pPr algn="l">
              <a:defRPr sz="3200" b="0" i="0">
                <a:solidFill>
                  <a:schemeClr val="bg2"/>
                </a:solidFill>
                <a:latin typeface="Montserrat Extra Bold" pitchFamily="2" charset="77"/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795338" y="284559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000" b="1" i="0">
                <a:solidFill>
                  <a:srgbClr val="FFFFFE"/>
                </a:solidFill>
                <a:latin typeface="Montserrat Semi" pitchFamily="2" charset="77"/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25533202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27" userDrawn="1">
          <p15:clr>
            <a:srgbClr val="FBAE40"/>
          </p15:clr>
        </p15:guide>
        <p15:guide id="2" pos="4785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psomming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5338" y="1493519"/>
            <a:ext cx="8229600" cy="2217481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795338" y="741759"/>
            <a:ext cx="6334442" cy="613093"/>
          </a:xfrm>
        </p:spPr>
        <p:txBody>
          <a:bodyPr anchor="t" anchorCtr="0">
            <a:noAutofit/>
          </a:bodyPr>
          <a:lstStyle>
            <a:lvl1pPr algn="l">
              <a:defRPr sz="3200" b="1">
                <a:solidFill>
                  <a:srgbClr val="000000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795338" y="284559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16431615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en opsomming zw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99508"/>
            <a:ext cx="8229600" cy="251085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ctrTitle"/>
          </p:nvPr>
        </p:nvSpPr>
        <p:spPr>
          <a:xfrm>
            <a:off x="457200" y="741759"/>
            <a:ext cx="6334442" cy="613093"/>
          </a:xfrm>
        </p:spPr>
        <p:txBody>
          <a:bodyPr anchor="t" anchorCtr="0">
            <a:noAutofit/>
          </a:bodyPr>
          <a:lstStyle>
            <a:lvl1pPr algn="l">
              <a:defRPr sz="3200" b="1">
                <a:solidFill>
                  <a:schemeClr val="bg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7200" y="284559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FFFFFE"/>
                </a:solidFill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346723514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en kolom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>
                <a:solidFill>
                  <a:schemeClr val="bg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2510850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2"/>
                </a:solidFill>
              </a:defRPr>
            </a:lvl1pPr>
            <a:lvl2pPr>
              <a:defRPr sz="2400">
                <a:solidFill>
                  <a:schemeClr val="bg2"/>
                </a:solidFill>
              </a:defRPr>
            </a:lvl2pPr>
            <a:lvl3pPr>
              <a:defRPr sz="2000">
                <a:solidFill>
                  <a:schemeClr val="bg2"/>
                </a:solidFill>
              </a:defRPr>
            </a:lvl3pPr>
            <a:lvl4pPr>
              <a:defRPr sz="1800">
                <a:solidFill>
                  <a:schemeClr val="bg2"/>
                </a:solidFill>
              </a:defRPr>
            </a:lvl4pPr>
            <a:lvl5pPr>
              <a:defRPr sz="1800">
                <a:solidFill>
                  <a:schemeClr val="bg2"/>
                </a:solidFill>
              </a:defRPr>
            </a:lvl5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70279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en kolom wi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2510850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04444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en kolom oranj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>
                <a:solidFill>
                  <a:schemeClr val="bg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2510850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2"/>
                </a:solidFill>
              </a:defRPr>
            </a:lvl1pPr>
            <a:lvl2pPr>
              <a:defRPr sz="2400">
                <a:solidFill>
                  <a:schemeClr val="bg2"/>
                </a:solidFill>
              </a:defRPr>
            </a:lvl2pPr>
            <a:lvl3pPr>
              <a:defRPr sz="2000">
                <a:solidFill>
                  <a:schemeClr val="bg2"/>
                </a:solidFill>
              </a:defRPr>
            </a:lvl3pPr>
            <a:lvl4pPr>
              <a:defRPr sz="1800">
                <a:solidFill>
                  <a:schemeClr val="bg2"/>
                </a:solidFill>
              </a:defRPr>
            </a:lvl4pPr>
            <a:lvl5pPr>
              <a:defRPr sz="1800">
                <a:solidFill>
                  <a:schemeClr val="bg2"/>
                </a:solidFill>
              </a:defRPr>
            </a:lvl5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98160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ee kolom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2469" y="215811"/>
            <a:ext cx="7891462" cy="857250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5812" y="1200151"/>
            <a:ext cx="3709987" cy="2556477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2"/>
                </a:solidFill>
              </a:defRPr>
            </a:lvl1pPr>
            <a:lvl2pPr>
              <a:defRPr sz="20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600">
                <a:solidFill>
                  <a:schemeClr val="bg2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2556477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2"/>
                </a:solidFill>
              </a:defRPr>
            </a:lvl1pPr>
            <a:lvl2pPr>
              <a:defRPr sz="20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600">
                <a:solidFill>
                  <a:schemeClr val="bg2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39500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ee kolom wi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00151"/>
            <a:ext cx="3784600" cy="255647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255647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09949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ranj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BF45A9F-901A-D64D-A315-8B4BF379A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880" y="215811"/>
            <a:ext cx="8229600" cy="857250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5263050-C631-2B4F-9EF4-AB772103D2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0880" y="1200151"/>
            <a:ext cx="3881120" cy="2556477"/>
          </a:xfrm>
        </p:spPr>
        <p:txBody>
          <a:bodyPr/>
          <a:lstStyle>
            <a:lvl1pPr>
              <a:defRPr sz="2800">
                <a:solidFill>
                  <a:schemeClr val="bg2"/>
                </a:solidFill>
              </a:defRPr>
            </a:lvl1pPr>
            <a:lvl2pPr>
              <a:defRPr sz="2400">
                <a:solidFill>
                  <a:schemeClr val="bg2"/>
                </a:solidFill>
              </a:defRPr>
            </a:lvl2pPr>
            <a:lvl3pPr>
              <a:defRPr sz="2000">
                <a:solidFill>
                  <a:schemeClr val="bg2"/>
                </a:solidFill>
              </a:defRPr>
            </a:lvl3pPr>
            <a:lvl4pPr>
              <a:defRPr sz="1800">
                <a:solidFill>
                  <a:schemeClr val="bg2"/>
                </a:solidFill>
              </a:defRPr>
            </a:lvl4pPr>
            <a:lvl5pPr>
              <a:defRPr sz="1800">
                <a:solidFill>
                  <a:schemeClr val="bg2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B16F3D89-0724-4142-8869-8A328BB7EE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26000" y="1200151"/>
            <a:ext cx="3860800" cy="2556477"/>
          </a:xfrm>
        </p:spPr>
        <p:txBody>
          <a:bodyPr/>
          <a:lstStyle>
            <a:lvl1pPr>
              <a:defRPr sz="2800">
                <a:solidFill>
                  <a:schemeClr val="bg2"/>
                </a:solidFill>
              </a:defRPr>
            </a:lvl1pPr>
            <a:lvl2pPr>
              <a:defRPr sz="2400">
                <a:solidFill>
                  <a:schemeClr val="bg2"/>
                </a:solidFill>
              </a:defRPr>
            </a:lvl2pPr>
            <a:lvl3pPr>
              <a:defRPr sz="2000">
                <a:solidFill>
                  <a:schemeClr val="bg2"/>
                </a:solidFill>
              </a:defRPr>
            </a:lvl3pPr>
            <a:lvl4pPr>
              <a:defRPr sz="1800">
                <a:solidFill>
                  <a:schemeClr val="bg2"/>
                </a:solidFill>
              </a:defRPr>
            </a:lvl4pPr>
            <a:lvl5pPr>
              <a:defRPr sz="1800">
                <a:solidFill>
                  <a:schemeClr val="bg2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FB545E-178D-D741-BE1A-D4D4823CBF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47869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 - enkel wi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513" y="635365"/>
            <a:ext cx="8229600" cy="857250"/>
          </a:xfrm>
        </p:spPr>
        <p:txBody>
          <a:bodyPr>
            <a:normAutofit/>
          </a:bodyPr>
          <a:lstStyle>
            <a:lvl1pPr algn="l">
              <a:defRPr sz="3200" b="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  <p:sp>
        <p:nvSpPr>
          <p:cNvPr id="6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785813" y="284559"/>
            <a:ext cx="4116388" cy="323227"/>
          </a:xfrm>
        </p:spPr>
        <p:txBody>
          <a:bodyPr>
            <a:normAutofit/>
          </a:bodyPr>
          <a:lstStyle>
            <a:lvl1pPr marL="0" indent="0"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able Placeholder 3"/>
          <p:cNvSpPr>
            <a:spLocks noGrp="1"/>
          </p:cNvSpPr>
          <p:nvPr>
            <p:ph type="tbl" sz="quarter" idx="13"/>
          </p:nvPr>
        </p:nvSpPr>
        <p:spPr>
          <a:xfrm>
            <a:off x="798513" y="1726681"/>
            <a:ext cx="8229600" cy="2366193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r>
              <a:rPr lang="nl-NL"/>
              <a:t>Klik op het pictogram als u een tabel wilt toevoegen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42020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- enkel wi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513" y="635365"/>
            <a:ext cx="8229600" cy="857250"/>
          </a:xfrm>
        </p:spPr>
        <p:txBody>
          <a:bodyPr>
            <a:normAutofit/>
          </a:bodyPr>
          <a:lstStyle>
            <a:lvl1pPr algn="l">
              <a:defRPr sz="3200" b="1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  <p:sp>
        <p:nvSpPr>
          <p:cNvPr id="6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785813" y="284559"/>
            <a:ext cx="4116388" cy="323227"/>
          </a:xfrm>
        </p:spPr>
        <p:txBody>
          <a:bodyPr>
            <a:normAutofit/>
          </a:bodyPr>
          <a:lstStyle>
            <a:lvl1pPr marL="0" indent="0"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3"/>
          </p:nvPr>
        </p:nvSpPr>
        <p:spPr>
          <a:xfrm>
            <a:off x="798513" y="1690688"/>
            <a:ext cx="8229600" cy="241141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r>
              <a:rPr lang="nl-NL"/>
              <a:t>Klik op het pictogram als u een grafiek wilt toevoegen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64208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27.xml"/><Relationship Id="rId21" Type="http://schemas.openxmlformats.org/officeDocument/2006/relationships/slideLayout" Target="../slideLayouts/slideLayout45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41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44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23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34.xml"/><Relationship Id="rId19" Type="http://schemas.openxmlformats.org/officeDocument/2006/relationships/slideLayout" Target="../slideLayouts/slideLayout43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Relationship Id="rId22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5338" y="215811"/>
            <a:ext cx="7891462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5338" y="1200151"/>
            <a:ext cx="7891462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09239-DE83-4931-9267-F19CACA766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5338" y="472171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2">
                    <a:lumMod val="50000"/>
                  </a:schemeClr>
                </a:solidFill>
                <a:latin typeface="Montserrat ExtraLight" panose="00000300000000000000" pitchFamily="2" charset="0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0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Montserrat ExtraLight" panose="00000300000000000000" pitchFamily="2" charset="0"/>
                <a:ea typeface="+mn-ea"/>
                <a:cs typeface="+mn-cs"/>
              </a:rPr>
              <a:t>slide </a:t>
            </a:r>
            <a:fld id="{31D41983-889B-4BEB-B0C7-A6BBA21D0A1F}" type="slidenum">
              <a:rPr kumimoji="0" lang="nl-BE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Montserrat ExtraLight" panose="00000300000000000000" pitchFamily="2" charset="0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nl-BE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Montserrat ExtraLight" panose="000003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2900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  <p:sldLayoutId id="2147483697" r:id="rId19"/>
    <p:sldLayoutId id="2147483698" r:id="rId20"/>
    <p:sldLayoutId id="2147483699" r:id="rId21"/>
    <p:sldLayoutId id="2147483700" r:id="rId22"/>
    <p:sldLayoutId id="2147483701" r:id="rId23"/>
    <p:sldLayoutId id="2147483702" r:id="rId24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1" i="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66700" indent="-266700" algn="l" defTabSz="457200" rtl="0" eaLnBrk="1" latinLnBrk="0" hangingPunct="1">
        <a:spcBef>
          <a:spcPct val="20000"/>
        </a:spcBef>
        <a:buFont typeface="Arial"/>
        <a:buChar char="•"/>
        <a:defRPr sz="3200" b="0" i="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28650" indent="-268288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895350" indent="-2667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163638" indent="-268288" algn="l" defTabSz="457200" rtl="0" eaLnBrk="1" latinLnBrk="0" hangingPunct="1">
        <a:spcBef>
          <a:spcPct val="20000"/>
        </a:spcBef>
        <a:buFont typeface="Arial"/>
        <a:buChar char="–"/>
        <a:defRPr sz="1600" b="0" i="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1436688" indent="-273050" algn="l" defTabSz="457200" rtl="0" eaLnBrk="1" latinLnBrk="0" hangingPunct="1">
        <a:spcBef>
          <a:spcPct val="20000"/>
        </a:spcBef>
        <a:buFont typeface="Arial"/>
        <a:buChar char="»"/>
        <a:defRPr sz="1400" b="0" i="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7">
          <p15:clr>
            <a:srgbClr val="F26B43"/>
          </p15:clr>
        </p15:guide>
        <p15:guide id="2" pos="4785">
          <p15:clr>
            <a:srgbClr val="F26B43"/>
          </p15:clr>
        </p15:guide>
        <p15:guide id="3" pos="975">
          <p15:clr>
            <a:srgbClr val="F26B43"/>
          </p15:clr>
        </p15:guide>
        <p15:guide id="4" orient="horz" pos="71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5338" y="215811"/>
            <a:ext cx="7891462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5338" y="1200151"/>
            <a:ext cx="7891462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62024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6" r:id="rId3"/>
    <p:sldLayoutId id="2147483655" r:id="rId4"/>
    <p:sldLayoutId id="2147483661" r:id="rId5"/>
    <p:sldLayoutId id="2147483662" r:id="rId6"/>
    <p:sldLayoutId id="2147483663" r:id="rId7"/>
    <p:sldLayoutId id="2147483664" r:id="rId8"/>
    <p:sldLayoutId id="2147483666" r:id="rId9"/>
    <p:sldLayoutId id="2147483665" r:id="rId10"/>
    <p:sldLayoutId id="2147483668" r:id="rId11"/>
    <p:sldLayoutId id="2147483673" r:id="rId12"/>
    <p:sldLayoutId id="2147483670" r:id="rId13"/>
    <p:sldLayoutId id="2147483660" r:id="rId14"/>
    <p:sldLayoutId id="2147483650" r:id="rId15"/>
    <p:sldLayoutId id="2147483672" r:id="rId16"/>
    <p:sldLayoutId id="2147483674" r:id="rId17"/>
    <p:sldLayoutId id="2147483671" r:id="rId18"/>
    <p:sldLayoutId id="2147483667" r:id="rId19"/>
    <p:sldLayoutId id="2147483652" r:id="rId20"/>
    <p:sldLayoutId id="2147483675" r:id="rId21"/>
    <p:sldLayoutId id="2147483658" r:id="rId22"/>
    <p:sldLayoutId id="2147483677" r:id="rId23"/>
    <p:sldLayoutId id="2147483659" r:id="rId2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1" i="0" kern="1200">
          <a:solidFill>
            <a:schemeClr val="tx1"/>
          </a:solidFill>
          <a:latin typeface="Montserrat Extra Bold" pitchFamily="2" charset="77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b="0" i="0" kern="1200">
          <a:solidFill>
            <a:schemeClr val="tx1"/>
          </a:solidFill>
          <a:latin typeface="Montserrat Semi" pitchFamily="2" charset="77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b="0" i="0" kern="1200">
          <a:solidFill>
            <a:schemeClr val="tx1"/>
          </a:solidFill>
          <a:latin typeface="Montserrat Semi" pitchFamily="2" charset="77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b="0" i="0" kern="1200">
          <a:solidFill>
            <a:schemeClr val="tx1"/>
          </a:solidFill>
          <a:latin typeface="Montserrat Semi" pitchFamily="2" charset="77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chemeClr val="tx1"/>
          </a:solidFill>
          <a:latin typeface="Montserrat Semi" pitchFamily="2" charset="77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b="0" i="0" kern="1200">
          <a:solidFill>
            <a:schemeClr val="tx1"/>
          </a:solidFill>
          <a:latin typeface="Montserrat Semi" pitchFamily="2" charset="77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7" userDrawn="1">
          <p15:clr>
            <a:srgbClr val="F26B43"/>
          </p15:clr>
        </p15:guide>
        <p15:guide id="2" pos="4785" userDrawn="1">
          <p15:clr>
            <a:srgbClr val="F26B43"/>
          </p15:clr>
        </p15:guide>
        <p15:guide id="3" pos="975" userDrawn="1">
          <p15:clr>
            <a:srgbClr val="F26B43"/>
          </p15:clr>
        </p15:guide>
        <p15:guide id="4" orient="horz" pos="71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en-US/" TargetMode="Externa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eb-development-i.github.io/overview/" TargetMode="Externa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384"/>
          <a:stretch/>
        </p:blipFill>
        <p:spPr>
          <a:xfrm>
            <a:off x="1" y="0"/>
            <a:ext cx="4057297" cy="5143500"/>
          </a:xfrm>
          <a:prstGeom prst="rect">
            <a:avLst/>
          </a:prstGeom>
        </p:spPr>
      </p:pic>
      <p:pic>
        <p:nvPicPr>
          <p:cNvPr id="5" name="Afbeelding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64101" cy="5143500"/>
          </a:xfrm>
          <a:prstGeom prst="rect">
            <a:avLst/>
          </a:prstGeom>
        </p:spPr>
      </p:pic>
      <p:sp>
        <p:nvSpPr>
          <p:cNvPr id="21" name="Title 1"/>
          <p:cNvSpPr>
            <a:spLocks noGrp="1"/>
          </p:cNvSpPr>
          <p:nvPr>
            <p:ph type="ctrTitle"/>
          </p:nvPr>
        </p:nvSpPr>
        <p:spPr>
          <a:xfrm>
            <a:off x="685800" y="1726408"/>
            <a:ext cx="7772400" cy="845342"/>
          </a:xfrm>
        </p:spPr>
        <p:txBody>
          <a:bodyPr/>
          <a:lstStyle/>
          <a:p>
            <a:r>
              <a:rPr lang="nl-BE" sz="5400" dirty="0"/>
              <a:t>Web Development I</a:t>
            </a:r>
          </a:p>
        </p:txBody>
      </p:sp>
      <p:sp>
        <p:nvSpPr>
          <p:cNvPr id="22" name="Subtitle 2"/>
          <p:cNvSpPr>
            <a:spLocks noGrp="1"/>
          </p:cNvSpPr>
          <p:nvPr>
            <p:ph type="subTitle" idx="1"/>
          </p:nvPr>
        </p:nvSpPr>
        <p:spPr>
          <a:xfrm>
            <a:off x="685800" y="2571750"/>
            <a:ext cx="7772400" cy="758328"/>
          </a:xfrm>
        </p:spPr>
        <p:txBody>
          <a:bodyPr>
            <a:noAutofit/>
          </a:bodyPr>
          <a:lstStyle/>
          <a:p>
            <a:r>
              <a:rPr lang="nl-BE" sz="4400" dirty="0">
                <a:latin typeface="Montserrat SemiBold" panose="00000700000000000000" pitchFamily="2" charset="0"/>
              </a:rPr>
              <a:t>Inleiding</a:t>
            </a:r>
          </a:p>
        </p:txBody>
      </p:sp>
    </p:spTree>
    <p:extLst>
      <p:ext uri="{BB962C8B-B14F-4D97-AF65-F5344CB8AC3E}">
        <p14:creationId xmlns:p14="http://schemas.microsoft.com/office/powerpoint/2010/main" val="341951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l-BE" dirty="0"/>
              <a:t>Studiefiche</a:t>
            </a:r>
          </a:p>
          <a:p>
            <a:pPr lvl="1"/>
            <a:r>
              <a:rPr lang="nl-BE" dirty="0"/>
              <a:t>Doelstellingen OLOD</a:t>
            </a:r>
          </a:p>
          <a:p>
            <a:pPr lvl="1"/>
            <a:r>
              <a:rPr lang="nl-BE" dirty="0"/>
              <a:t>OLOD in de opleiding TI</a:t>
            </a:r>
          </a:p>
          <a:p>
            <a:r>
              <a:rPr lang="nl-BE" dirty="0"/>
              <a:t>Leerinhoud</a:t>
            </a:r>
          </a:p>
          <a:p>
            <a:r>
              <a:rPr lang="nl-BE" dirty="0"/>
              <a:t>Software</a:t>
            </a:r>
          </a:p>
          <a:p>
            <a:r>
              <a:rPr lang="nl-BE" dirty="0"/>
              <a:t>Digitaal leerplatform: Orion</a:t>
            </a:r>
          </a:p>
          <a:p>
            <a:r>
              <a:rPr lang="nl-BE" dirty="0"/>
              <a:t>Portal site Web Development 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BE"/>
              <a:t>Inhoud</a:t>
            </a:r>
          </a:p>
        </p:txBody>
      </p:sp>
    </p:spTree>
    <p:extLst>
      <p:ext uri="{BB962C8B-B14F-4D97-AF65-F5344CB8AC3E}">
        <p14:creationId xmlns:p14="http://schemas.microsoft.com/office/powerpoint/2010/main" val="1428250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vert="horz" anchor="t">
            <a:normAutofit fontScale="85000" lnSpcReduction="20000"/>
          </a:bodyPr>
          <a:lstStyle/>
          <a:p>
            <a:r>
              <a:rPr lang="nl-BE" b="1" dirty="0"/>
              <a:t>Inhoud:</a:t>
            </a:r>
          </a:p>
          <a:p>
            <a:pPr marL="411349" lvl="1">
              <a:lnSpc>
                <a:spcPct val="120000"/>
              </a:lnSpc>
            </a:pPr>
            <a:r>
              <a:rPr lang="nl-BE" dirty="0"/>
              <a:t>HTML en CSS </a:t>
            </a:r>
            <a:endParaRPr lang="nl-BE" dirty="0">
              <a:cs typeface="Calibri"/>
            </a:endParaRPr>
          </a:p>
          <a:p>
            <a:pPr marL="411349" lvl="1"/>
            <a:r>
              <a:rPr lang="nl-BE" dirty="0" err="1"/>
              <a:t>Responsive</a:t>
            </a:r>
            <a:r>
              <a:rPr lang="nl-BE" dirty="0"/>
              <a:t> design</a:t>
            </a:r>
          </a:p>
          <a:p>
            <a:pPr marL="123349" lvl="1" indent="0">
              <a:buNone/>
            </a:pPr>
            <a:endParaRPr lang="nl-BE" dirty="0">
              <a:cs typeface="Calibri"/>
            </a:endParaRPr>
          </a:p>
          <a:p>
            <a:r>
              <a:rPr lang="nl-BE" b="1" dirty="0"/>
              <a:t>Leerresultaten</a:t>
            </a:r>
            <a:r>
              <a:rPr lang="nl-BE" dirty="0"/>
              <a:t>:</a:t>
            </a:r>
          </a:p>
          <a:p>
            <a:pPr marL="411349" lvl="1"/>
            <a:r>
              <a:rPr lang="nl-BE" dirty="0"/>
              <a:t>Kan een webpagina maken met correcte HTML en CSS code.</a:t>
            </a:r>
            <a:endParaRPr lang="nl-BE" dirty="0">
              <a:cs typeface="Calibri"/>
            </a:endParaRPr>
          </a:p>
          <a:p>
            <a:pPr marL="411349" lvl="1">
              <a:lnSpc>
                <a:spcPct val="120000"/>
              </a:lnSpc>
            </a:pPr>
            <a:r>
              <a:rPr lang="nl-BE" dirty="0"/>
              <a:t>Kan een </a:t>
            </a:r>
            <a:r>
              <a:rPr lang="nl-BE" dirty="0" err="1"/>
              <a:t>responsive</a:t>
            </a:r>
            <a:r>
              <a:rPr lang="nl-BE" dirty="0"/>
              <a:t> design uitwerken. </a:t>
            </a:r>
            <a:endParaRPr lang="nl-BE" dirty="0">
              <a:cs typeface="Calibri"/>
            </a:endParaRPr>
          </a:p>
          <a:p>
            <a:pPr marL="180499" lvl="1" indent="0">
              <a:buNone/>
            </a:pPr>
            <a:endParaRPr lang="nl-NL" dirty="0"/>
          </a:p>
          <a:p>
            <a:pPr marL="235399" indent="-342900"/>
            <a:r>
              <a:rPr lang="nl-NL" dirty="0"/>
              <a:t>Zie </a:t>
            </a:r>
            <a:r>
              <a:rPr lang="nl-NL" dirty="0">
                <a:cs typeface="Calibri"/>
              </a:rPr>
              <a:t>Orion =&gt; studiewijzer =&gt; </a:t>
            </a:r>
            <a:r>
              <a:rPr lang="nl-NL" dirty="0" err="1">
                <a:cs typeface="Calibri"/>
              </a:rPr>
              <a:t>ects</a:t>
            </a:r>
            <a:r>
              <a:rPr lang="nl-NL" dirty="0">
                <a:cs typeface="Calibri"/>
              </a:rPr>
              <a:t> Fiche</a:t>
            </a:r>
          </a:p>
          <a:p>
            <a:pPr marL="180499" lvl="1" indent="0">
              <a:buNone/>
            </a:pPr>
            <a:endParaRPr lang="nl-NL" dirty="0">
              <a:cs typeface="Calibri"/>
            </a:endParaRPr>
          </a:p>
          <a:p>
            <a:pPr marL="180499" lvl="1" indent="0">
              <a:buNone/>
            </a:pPr>
            <a:endParaRPr lang="nl-NL" dirty="0">
              <a:cs typeface="Calibri"/>
            </a:endParaRPr>
          </a:p>
          <a:p>
            <a:pPr marL="180499" lvl="1" indent="0">
              <a:buNone/>
            </a:pPr>
            <a:endParaRPr lang="nl-NL" dirty="0">
              <a:cs typeface="Calibri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BE" dirty="0"/>
              <a:t>Studiefiche</a:t>
            </a:r>
          </a:p>
        </p:txBody>
      </p:sp>
    </p:spTree>
    <p:extLst>
      <p:ext uri="{BB962C8B-B14F-4D97-AF65-F5344CB8AC3E}">
        <p14:creationId xmlns:p14="http://schemas.microsoft.com/office/powerpoint/2010/main" val="686218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514350" indent="-457200"/>
            <a:r>
              <a:rPr lang="nl-BE" dirty="0"/>
              <a:t>3 contacturen per week gedurende 12 weken</a:t>
            </a:r>
          </a:p>
          <a:p>
            <a:pPr marL="514350" indent="-457200"/>
            <a:r>
              <a:rPr lang="nl-BE" dirty="0"/>
              <a:t>De oefeningen worden verder buiten de lesuren uitgewerkt. </a:t>
            </a:r>
          </a:p>
          <a:p>
            <a:pPr marL="514350" indent="-457200">
              <a:lnSpc>
                <a:spcPct val="120000"/>
              </a:lnSpc>
            </a:pPr>
            <a:r>
              <a:rPr lang="nl-BE" dirty="0"/>
              <a:t>De modeloplossingen van de oefeningen worden beschikbaar gesteld. </a:t>
            </a:r>
          </a:p>
          <a:p>
            <a:pPr marL="514350" indent="-457200">
              <a:lnSpc>
                <a:spcPct val="120000"/>
              </a:lnSpc>
            </a:pPr>
            <a:r>
              <a:rPr lang="nl-BE" dirty="0"/>
              <a:t>Op vraag van de student kan tijdens de contacturen feedback gevraagd worden. 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BE" dirty="0"/>
              <a:t>Lesverloop</a:t>
            </a:r>
          </a:p>
        </p:txBody>
      </p:sp>
    </p:spTree>
    <p:extLst>
      <p:ext uri="{BB962C8B-B14F-4D97-AF65-F5344CB8AC3E}">
        <p14:creationId xmlns:p14="http://schemas.microsoft.com/office/powerpoint/2010/main" val="323220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47500" lnSpcReduction="20000"/>
          </a:bodyPr>
          <a:lstStyle/>
          <a:p>
            <a:pPr fontAlgn="auto"/>
            <a:r>
              <a:rPr lang="nl-BE" dirty="0"/>
              <a:t>Voor dit vak is er een </a:t>
            </a:r>
            <a:r>
              <a:rPr lang="nl-BE" b="1" dirty="0"/>
              <a:t>schriftelijk examen</a:t>
            </a:r>
            <a:r>
              <a:rPr lang="nl-BE" dirty="0"/>
              <a:t>, op eigen laptop, dat bestaat uit volgende onderdelen:</a:t>
            </a:r>
          </a:p>
          <a:p>
            <a:pPr lvl="1"/>
            <a:r>
              <a:rPr lang="nl-BE" dirty="0"/>
              <a:t>Een </a:t>
            </a:r>
            <a:r>
              <a:rPr lang="nl-BE" b="1" dirty="0"/>
              <a:t>theoretisch gedeelte</a:t>
            </a:r>
            <a:r>
              <a:rPr lang="nl-BE" dirty="0"/>
              <a:t> dat meetelt voor </a:t>
            </a:r>
            <a:r>
              <a:rPr lang="nl-BE" b="1" dirty="0"/>
              <a:t>35%</a:t>
            </a:r>
            <a:r>
              <a:rPr lang="nl-BE" dirty="0"/>
              <a:t> van je score.</a:t>
            </a:r>
          </a:p>
          <a:p>
            <a:pPr lvl="1"/>
            <a:r>
              <a:rPr lang="nl-BE" dirty="0"/>
              <a:t>Een </a:t>
            </a:r>
            <a:r>
              <a:rPr lang="nl-BE" b="1" dirty="0"/>
              <a:t>praktisch gedeelte</a:t>
            </a:r>
            <a:r>
              <a:rPr lang="nl-BE" dirty="0"/>
              <a:t> dat meetelt voor </a:t>
            </a:r>
            <a:r>
              <a:rPr lang="nl-BE" b="1" dirty="0"/>
              <a:t>65%</a:t>
            </a:r>
            <a:r>
              <a:rPr lang="nl-BE" dirty="0"/>
              <a:t> van je score.</a:t>
            </a:r>
          </a:p>
          <a:p>
            <a:pPr fontAlgn="auto"/>
            <a:r>
              <a:rPr lang="nl-BE" dirty="0"/>
              <a:t>Het examen zal gebruik maken van ondersteunende software, zoals de </a:t>
            </a:r>
            <a:r>
              <a:rPr lang="nl-BE" dirty="0" err="1"/>
              <a:t>toetsomgeving</a:t>
            </a:r>
            <a:r>
              <a:rPr lang="nl-BE" dirty="0"/>
              <a:t> </a:t>
            </a:r>
            <a:r>
              <a:rPr lang="nl-BE" b="1" dirty="0"/>
              <a:t>Ans</a:t>
            </a:r>
            <a:r>
              <a:rPr lang="nl-BE" dirty="0"/>
              <a:t>, de opnamesoftware </a:t>
            </a:r>
            <a:r>
              <a:rPr lang="nl-BE" b="1" dirty="0" err="1"/>
              <a:t>Panopto</a:t>
            </a:r>
            <a:r>
              <a:rPr lang="nl-BE" dirty="0"/>
              <a:t>, en de beveiligde omgeving </a:t>
            </a:r>
            <a:r>
              <a:rPr lang="nl-BE" b="1" dirty="0" err="1"/>
              <a:t>Schoolyear</a:t>
            </a:r>
            <a:r>
              <a:rPr lang="nl-BE" dirty="0"/>
              <a:t>.</a:t>
            </a:r>
          </a:p>
          <a:p>
            <a:pPr fontAlgn="auto"/>
            <a:r>
              <a:rPr lang="nl-BE" dirty="0"/>
              <a:t>Het theoretisch gedeelte is volledig </a:t>
            </a:r>
            <a:r>
              <a:rPr lang="nl-BE" b="1" dirty="0"/>
              <a:t>gesloten boek</a:t>
            </a:r>
            <a:r>
              <a:rPr lang="nl-BE" dirty="0"/>
              <a:t>.</a:t>
            </a:r>
          </a:p>
          <a:p>
            <a:pPr fontAlgn="auto"/>
            <a:r>
              <a:rPr lang="nl-BE" dirty="0"/>
              <a:t>Het praktische gedeelte is open boek. Hierbij mag je werken in Visual Studio Code, met gebruik van volgende hulpmiddelen:</a:t>
            </a:r>
          </a:p>
          <a:p>
            <a:pPr lvl="1"/>
            <a:r>
              <a:rPr lang="nl-BE" dirty="0"/>
              <a:t>Al het materiaal van de portaalsite.</a:t>
            </a:r>
          </a:p>
          <a:p>
            <a:pPr lvl="1"/>
            <a:r>
              <a:rPr lang="nl-BE" dirty="0"/>
              <a:t>Zelfgemaakte oefeningen.</a:t>
            </a:r>
          </a:p>
          <a:p>
            <a:pPr lvl="1"/>
            <a:r>
              <a:rPr lang="nl-BE" dirty="0"/>
              <a:t>Eigen nota's, ofwel digitaal, ofwel afgedrukt </a:t>
            </a:r>
            <a:r>
              <a:rPr lang="nl-BE" i="1" dirty="0"/>
              <a:t>en</a:t>
            </a:r>
            <a:r>
              <a:rPr lang="nl-BE" dirty="0"/>
              <a:t> gebundeld (geen losse bladen).</a:t>
            </a:r>
          </a:p>
          <a:p>
            <a:pPr lvl="1"/>
            <a:r>
              <a:rPr lang="nl-BE" dirty="0"/>
              <a:t>De online “HTML Reference” en “CSS Reference” van </a:t>
            </a:r>
            <a:r>
              <a:rPr lang="nl-BE" dirty="0">
                <a:hlinkClick r:id="rId2"/>
              </a:rPr>
              <a:t>MDN</a:t>
            </a:r>
            <a:r>
              <a:rPr lang="nl-BE" dirty="0"/>
              <a:t>.</a:t>
            </a:r>
          </a:p>
          <a:p>
            <a:pPr fontAlgn="auto"/>
            <a:r>
              <a:rPr lang="nl-BE" dirty="0"/>
              <a:t>Op het examen is </a:t>
            </a:r>
            <a:r>
              <a:rPr lang="nl-BE" b="1" dirty="0"/>
              <a:t>geen enkele vorm van AI-ondersteuning</a:t>
            </a:r>
            <a:r>
              <a:rPr lang="nl-BE" dirty="0"/>
              <a:t> toegestaan!</a:t>
            </a:r>
          </a:p>
          <a:p>
            <a:r>
              <a:rPr lang="nl-BE" dirty="0"/>
              <a:t>Het examen duurt 2uur, iedereen krijgt 0,5u extra tijd (inclusief examen)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BE" dirty="0"/>
              <a:t>Evaluatie</a:t>
            </a:r>
          </a:p>
        </p:txBody>
      </p:sp>
    </p:spTree>
    <p:extLst>
      <p:ext uri="{BB962C8B-B14F-4D97-AF65-F5344CB8AC3E}">
        <p14:creationId xmlns:p14="http://schemas.microsoft.com/office/powerpoint/2010/main" val="3242450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nl-NL" dirty="0"/>
          </a:p>
          <a:p>
            <a:endParaRPr lang="nl-NL" dirty="0"/>
          </a:p>
          <a:p>
            <a:r>
              <a:rPr lang="nl-NL" dirty="0"/>
              <a:t>Aankondigingen</a:t>
            </a:r>
          </a:p>
          <a:p>
            <a:pPr lvl="1"/>
            <a:r>
              <a:rPr lang="nl-NL" dirty="0"/>
              <a:t>altijd ook via e-mail</a:t>
            </a:r>
          </a:p>
          <a:p>
            <a:r>
              <a:rPr lang="nl-NL" dirty="0"/>
              <a:t>Studiefiche</a:t>
            </a:r>
          </a:p>
          <a:p>
            <a:endParaRPr lang="nl-NL" dirty="0"/>
          </a:p>
          <a:p>
            <a:pPr lvl="1"/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Digitaal leerplatform - Orion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7C10B383-2AB1-80D4-6CE6-6EADD5E38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8359" y="973031"/>
            <a:ext cx="4496190" cy="59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296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nl-BE" dirty="0"/>
              <a:t>Slides in PDF-formaat</a:t>
            </a:r>
          </a:p>
          <a:p>
            <a:r>
              <a:rPr lang="nl-BE" dirty="0"/>
              <a:t>Theorie (slides) + voorbeelden</a:t>
            </a:r>
          </a:p>
          <a:p>
            <a:r>
              <a:rPr lang="nl-BE" dirty="0"/>
              <a:t>Opgave oefeningen – startbestanden</a:t>
            </a:r>
          </a:p>
          <a:p>
            <a:r>
              <a:rPr lang="nl-BE" dirty="0"/>
              <a:t>Opgeloste oefeningen</a:t>
            </a:r>
          </a:p>
          <a:p>
            <a:pPr marL="0" indent="0">
              <a:buNone/>
            </a:pPr>
            <a:endParaRPr lang="nl-BE" dirty="0">
              <a:hlinkClick r:id="rId2"/>
            </a:endParaRPr>
          </a:p>
          <a:p>
            <a:pPr marL="0" indent="0">
              <a:buNone/>
            </a:pPr>
            <a:r>
              <a:rPr lang="nl-BE" dirty="0">
                <a:hlinkClick r:id="rId2"/>
              </a:rPr>
              <a:t>https://web-development-i.github.io/overview/</a:t>
            </a:r>
            <a:r>
              <a:rPr lang="nl-BE" dirty="0"/>
              <a:t> </a:t>
            </a:r>
            <a:endParaRPr lang="nl-BE" dirty="0">
              <a:hlinkClick r:id="rId2"/>
            </a:endParaRPr>
          </a:p>
          <a:p>
            <a:pPr marL="0" indent="0">
              <a:buNone/>
            </a:pPr>
            <a:endParaRPr lang="nl-BE" dirty="0">
              <a:hlinkClick r:id="rId2"/>
            </a:endParaRPr>
          </a:p>
          <a:p>
            <a:pPr marL="0" indent="0">
              <a:buNone/>
            </a:pPr>
            <a:endParaRPr lang="nl-BE" dirty="0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nl-BE" dirty="0"/>
              <a:t>Portaalsite</a:t>
            </a:r>
          </a:p>
        </p:txBody>
      </p:sp>
    </p:spTree>
    <p:extLst>
      <p:ext uri="{BB962C8B-B14F-4D97-AF65-F5344CB8AC3E}">
        <p14:creationId xmlns:p14="http://schemas.microsoft.com/office/powerpoint/2010/main" val="1628783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BE" dirty="0"/>
              <a:t>Lectoren</a:t>
            </a:r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97788">
            <a:off x="588812" y="3818526"/>
            <a:ext cx="1055593" cy="67557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1DF4C6F-7377-7E22-740A-79C71325E2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6725778"/>
              </p:ext>
            </p:extLst>
          </p:nvPr>
        </p:nvGraphicFramePr>
        <p:xfrm>
          <a:off x="509451" y="1336870"/>
          <a:ext cx="691182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926">
                  <a:extLst>
                    <a:ext uri="{9D8B030D-6E8A-4147-A177-3AD203B41FA5}">
                      <a16:colId xmlns:a16="http://schemas.microsoft.com/office/drawing/2014/main" val="1145759024"/>
                    </a:ext>
                  </a:extLst>
                </a:gridCol>
                <a:gridCol w="4332894">
                  <a:extLst>
                    <a:ext uri="{9D8B030D-6E8A-4147-A177-3AD203B41FA5}">
                      <a16:colId xmlns:a16="http://schemas.microsoft.com/office/drawing/2014/main" val="691449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BE"/>
                        <a:t>Lector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E"/>
                        <a:t>Klassen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795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Tim </a:t>
                      </a:r>
                      <a:r>
                        <a:rPr lang="nl-BE" dirty="0" err="1"/>
                        <a:t>Vermaercke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H,G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9235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Quinten De Wolf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A,C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281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Stefaan Samyn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E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9279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dirty="0"/>
                        <a:t>Steven Van Impe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B,I,J+VT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931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E"/>
                        <a:t>Lotte Van Steenberghe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D,F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46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7827559"/>
      </p:ext>
    </p:extLst>
  </p:cSld>
  <p:clrMapOvr>
    <a:masterClrMapping/>
  </p:clrMapOvr>
</p:sld>
</file>

<file path=ppt/theme/theme1.xml><?xml version="1.0" encoding="utf-8"?>
<a:theme xmlns:a="http://schemas.openxmlformats.org/drawingml/2006/main" name="1_Kantoorthema">
  <a:themeElements>
    <a:clrScheme name="hogent">
      <a:dk1>
        <a:srgbClr val="000000"/>
      </a:dk1>
      <a:lt1>
        <a:srgbClr val="EF8767"/>
      </a:lt1>
      <a:dk2>
        <a:srgbClr val="000000"/>
      </a:dk2>
      <a:lt2>
        <a:srgbClr val="FFFFFF"/>
      </a:lt2>
      <a:accent1>
        <a:srgbClr val="F1C29F"/>
      </a:accent1>
      <a:accent2>
        <a:srgbClr val="ECECEC"/>
      </a:accent2>
      <a:accent3>
        <a:srgbClr val="646567"/>
      </a:accent3>
      <a:accent4>
        <a:srgbClr val="BBBDBE"/>
      </a:accent4>
      <a:accent5>
        <a:srgbClr val="EF8767"/>
      </a:accent5>
      <a:accent6>
        <a:srgbClr val="818285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solidFill>
          <a:schemeClr val="bg2"/>
        </a:solidFill>
      </a:spPr>
      <a:bodyPr vert="horz" lIns="91440" tIns="45720" rIns="91440" bIns="45720" rtlCol="0">
        <a:normAutofit/>
      </a:bodyPr>
      <a:lstStyle>
        <a:defPPr algn="l">
          <a:defRPr sz="12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HOGENT_template - kopie.pptx" id="{D7FA1453-3471-430B-A1AD-B8124E043D4F}" vid="{0AFD6EF6-68DC-4EAD-A60A-445247A1A227}"/>
    </a:ext>
  </a:extLst>
</a:theme>
</file>

<file path=ppt/theme/theme2.xml><?xml version="1.0" encoding="utf-8"?>
<a:theme xmlns:a="http://schemas.openxmlformats.org/drawingml/2006/main" name="Kantoorthema">
  <a:themeElements>
    <a:clrScheme name="hogent">
      <a:dk1>
        <a:srgbClr val="000000"/>
      </a:dk1>
      <a:lt1>
        <a:srgbClr val="EF8767"/>
      </a:lt1>
      <a:dk2>
        <a:srgbClr val="000000"/>
      </a:dk2>
      <a:lt2>
        <a:srgbClr val="FFFFFF"/>
      </a:lt2>
      <a:accent1>
        <a:srgbClr val="F1C29F"/>
      </a:accent1>
      <a:accent2>
        <a:srgbClr val="ECECEC"/>
      </a:accent2>
      <a:accent3>
        <a:srgbClr val="646567"/>
      </a:accent3>
      <a:accent4>
        <a:srgbClr val="BBBDBE"/>
      </a:accent4>
      <a:accent5>
        <a:srgbClr val="EF8767"/>
      </a:accent5>
      <a:accent6>
        <a:srgbClr val="818285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HOGENT_template - kopie.pptx" id="{D7FA1453-3471-430B-A1AD-B8124E043D4F}" vid="{0AFD6EF6-68DC-4EAD-A60A-445247A1A227}"/>
    </a:ext>
  </a:extLst>
</a:theme>
</file>

<file path=ppt/theme/theme3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393a36a-cf11-460d-917e-8f0949129b50">
      <Terms xmlns="http://schemas.microsoft.com/office/infopath/2007/PartnerControls"/>
    </lcf76f155ced4ddcb4097134ff3c332f>
    <TaxCatchAll xmlns="fb72a54e-271a-4f5d-b934-ae97775f00a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B079CD260ED643BDE39E28252BF10F" ma:contentTypeVersion="14" ma:contentTypeDescription="Create a new document." ma:contentTypeScope="" ma:versionID="2d283e978695b8878e6e89f95b09cef2">
  <xsd:schema xmlns:xsd="http://www.w3.org/2001/XMLSchema" xmlns:xs="http://www.w3.org/2001/XMLSchema" xmlns:p="http://schemas.microsoft.com/office/2006/metadata/properties" xmlns:ns2="c393a36a-cf11-460d-917e-8f0949129b50" xmlns:ns3="fb72a54e-271a-4f5d-b934-ae97775f00a3" targetNamespace="http://schemas.microsoft.com/office/2006/metadata/properties" ma:root="true" ma:fieldsID="6856d64b77789824a7f4aa03b33db6c8" ns2:_="" ns3:_="">
    <xsd:import namespace="c393a36a-cf11-460d-917e-8f0949129b50"/>
    <xsd:import namespace="fb72a54e-271a-4f5d-b934-ae97775f00a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93a36a-cf11-460d-917e-8f0949129b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04d6853f-ba83-42af-bfed-9e600a62ad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72a54e-271a-4f5d-b934-ae97775f00a3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b2d4364-d009-4209-878a-04e0478ca8c0}" ma:internalName="TaxCatchAll" ma:showField="CatchAllData" ma:web="fb72a54e-271a-4f5d-b934-ae97775f00a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026AE86-F6EA-4BA1-93AD-46151055A670}">
  <ds:schemaRefs>
    <ds:schemaRef ds:uri="http://purl.org/dc/terms/"/>
    <ds:schemaRef ds:uri="http://schemas.microsoft.com/office/2006/metadata/properties"/>
    <ds:schemaRef ds:uri="http://www.w3.org/XML/1998/namespace"/>
    <ds:schemaRef ds:uri="fb72a54e-271a-4f5d-b934-ae97775f00a3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c393a36a-cf11-460d-917e-8f0949129b50"/>
    <ds:schemaRef ds:uri="http://schemas.microsoft.com/office/infopath/2007/PartnerControl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122C0069-F012-4A59-B8F9-111EF62C896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36A5DA4-8B27-4E8F-9B4B-9A6B89708B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393a36a-cf11-460d-917e-8f0949129b50"/>
    <ds:schemaRef ds:uri="fb72a54e-271a-4f5d-b934-ae97775f00a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3659</TotalTime>
  <Words>328</Words>
  <Application>Microsoft Office PowerPoint</Application>
  <PresentationFormat>Diavoorstelling (16:9)</PresentationFormat>
  <Paragraphs>65</Paragraphs>
  <Slides>8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10</vt:i4>
      </vt:variant>
      <vt:variant>
        <vt:lpstr>Thema</vt:lpstr>
      </vt:variant>
      <vt:variant>
        <vt:i4>2</vt:i4>
      </vt:variant>
      <vt:variant>
        <vt:lpstr>Diatitels</vt:lpstr>
      </vt:variant>
      <vt:variant>
        <vt:i4>8</vt:i4>
      </vt:variant>
    </vt:vector>
  </HeadingPairs>
  <TitlesOfParts>
    <vt:vector size="20" baseType="lpstr">
      <vt:lpstr>Arial</vt:lpstr>
      <vt:lpstr>Calibri</vt:lpstr>
      <vt:lpstr>Courier New</vt:lpstr>
      <vt:lpstr>Montserrat</vt:lpstr>
      <vt:lpstr>Montserrat Extra Bold</vt:lpstr>
      <vt:lpstr>Montserrat ExtraBold</vt:lpstr>
      <vt:lpstr>Montserrat ExtraLight</vt:lpstr>
      <vt:lpstr>Montserrat Semi</vt:lpstr>
      <vt:lpstr>Montserrat SemiBold</vt:lpstr>
      <vt:lpstr>Wingdings</vt:lpstr>
      <vt:lpstr>1_Kantoorthema</vt:lpstr>
      <vt:lpstr>Kantoorthema</vt:lpstr>
      <vt:lpstr>Web Development I</vt:lpstr>
      <vt:lpstr>Inhoud</vt:lpstr>
      <vt:lpstr>Studiefiche</vt:lpstr>
      <vt:lpstr>Lesverloop</vt:lpstr>
      <vt:lpstr>Evaluatie</vt:lpstr>
      <vt:lpstr>Digitaal leerplatform - Orion</vt:lpstr>
      <vt:lpstr>Portaalsite</vt:lpstr>
      <vt:lpstr>Lectoren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Cyr De Rycke</dc:creator>
  <cp:lastModifiedBy>Lotte Van Steenberghe</cp:lastModifiedBy>
  <cp:revision>53</cp:revision>
  <cp:lastPrinted>1601-01-01T00:00:00Z</cp:lastPrinted>
  <dcterms:created xsi:type="dcterms:W3CDTF">1601-01-01T00:00:00Z</dcterms:created>
  <dcterms:modified xsi:type="dcterms:W3CDTF">2026-09-18T12:10:03Z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0x0101001CB079CD260ED643BDE39E28252BF10F</vt:lpwstr>
  </property>
  <property fmtid="{D5CDD505-2E9C-101B-9397-08002B2CF9AE}" pid="3" name="MediaServiceImageTags">
    <vt:lpwstr/>
  </property>
</Properties>
</file>